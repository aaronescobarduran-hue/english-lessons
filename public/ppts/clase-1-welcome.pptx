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2" r:id="rId7"/>
  </p:sldIdLst>
  <p:sldSz cx="9829800" cy="5613400"/>
  <p:notesSz cx="9829800" cy="5613400"/>
  <p:embeddedFontLst>
    <p:embeddedFont>
      <p:font typeface="Arial Black" panose="020B0A04020102020204" pitchFamily="34" charset="0"/>
      <p:regular r:id="rId9"/>
      <p:bold r:id="rId10"/>
    </p:embeddedFont>
    <p:embeddedFont>
      <p:font typeface="Helvetica Neue" panose="020B0604020202020204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iqbRwOOelMRTfCf5NhbpmEQumJ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7" d="100"/>
          <a:sy n="127" d="100"/>
        </p:scale>
        <p:origin x="894" y="120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638625" y="421000"/>
            <a:ext cx="6553525" cy="2105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82975" y="2666350"/>
            <a:ext cx="7863825" cy="252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 txBox="1">
            <a:spLocks noGrp="1"/>
          </p:cNvSpPr>
          <p:nvPr>
            <p:ph type="body" idx="1"/>
          </p:nvPr>
        </p:nvSpPr>
        <p:spPr>
          <a:xfrm>
            <a:off x="982975" y="2666350"/>
            <a:ext cx="7863825" cy="25260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71813" y="420688"/>
            <a:ext cx="3686175" cy="2105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:notes"/>
          <p:cNvSpPr txBox="1">
            <a:spLocks noGrp="1"/>
          </p:cNvSpPr>
          <p:nvPr>
            <p:ph type="body" idx="1"/>
          </p:nvPr>
        </p:nvSpPr>
        <p:spPr>
          <a:xfrm>
            <a:off x="982975" y="2666350"/>
            <a:ext cx="7863825" cy="25260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71813" y="420688"/>
            <a:ext cx="3686175" cy="2105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982975" y="2666350"/>
            <a:ext cx="7863825" cy="25260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71813" y="420688"/>
            <a:ext cx="3686175" cy="2105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982975" y="2666350"/>
            <a:ext cx="7863825" cy="25260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71813" y="420688"/>
            <a:ext cx="3686175" cy="2105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>
            <a:spLocks noGrp="1"/>
          </p:cNvSpPr>
          <p:nvPr>
            <p:ph type="body" idx="1"/>
          </p:nvPr>
        </p:nvSpPr>
        <p:spPr>
          <a:xfrm>
            <a:off x="982975" y="2666350"/>
            <a:ext cx="7863825" cy="25260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71813" y="420688"/>
            <a:ext cx="3686175" cy="2105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 txBox="1">
            <a:spLocks noGrp="1"/>
          </p:cNvSpPr>
          <p:nvPr>
            <p:ph type="body" idx="1"/>
          </p:nvPr>
        </p:nvSpPr>
        <p:spPr>
          <a:xfrm>
            <a:off x="982975" y="2666350"/>
            <a:ext cx="7863825" cy="25260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71813" y="420688"/>
            <a:ext cx="3686175" cy="2105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>
            <a:spLocks noGrp="1"/>
          </p:cNvSpPr>
          <p:nvPr>
            <p:ph type="ctrTitle"/>
          </p:nvPr>
        </p:nvSpPr>
        <p:spPr>
          <a:xfrm>
            <a:off x="737235" y="1740154"/>
            <a:ext cx="8355330" cy="1178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subTitle" idx="1"/>
          </p:nvPr>
        </p:nvSpPr>
        <p:spPr>
          <a:xfrm>
            <a:off x="1474470" y="3143504"/>
            <a:ext cx="6880860" cy="140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ftr" idx="11"/>
          </p:nvPr>
        </p:nvSpPr>
        <p:spPr>
          <a:xfrm>
            <a:off x="3342132" y="5220462"/>
            <a:ext cx="3145536" cy="280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9"/>
          <p:cNvSpPr txBox="1">
            <a:spLocks noGrp="1"/>
          </p:cNvSpPr>
          <p:nvPr>
            <p:ph type="dt" idx="10"/>
          </p:nvPr>
        </p:nvSpPr>
        <p:spPr>
          <a:xfrm>
            <a:off x="491490" y="5220462"/>
            <a:ext cx="2260854" cy="280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9"/>
          <p:cNvSpPr txBox="1">
            <a:spLocks noGrp="1"/>
          </p:cNvSpPr>
          <p:nvPr>
            <p:ph type="sldNum" idx="12"/>
          </p:nvPr>
        </p:nvSpPr>
        <p:spPr>
          <a:xfrm>
            <a:off x="7077456" y="5220462"/>
            <a:ext cx="2260854" cy="280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 sz="1800"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>
            <a:spLocks noGrp="1"/>
          </p:cNvSpPr>
          <p:nvPr>
            <p:ph type="title"/>
          </p:nvPr>
        </p:nvSpPr>
        <p:spPr>
          <a:xfrm>
            <a:off x="177887" y="82007"/>
            <a:ext cx="9474024" cy="74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body" idx="1"/>
          </p:nvPr>
        </p:nvSpPr>
        <p:spPr>
          <a:xfrm>
            <a:off x="292222" y="2318391"/>
            <a:ext cx="9245355" cy="1928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ftr" idx="11"/>
          </p:nvPr>
        </p:nvSpPr>
        <p:spPr>
          <a:xfrm>
            <a:off x="3342132" y="5220462"/>
            <a:ext cx="3145536" cy="280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0"/>
          <p:cNvSpPr txBox="1">
            <a:spLocks noGrp="1"/>
          </p:cNvSpPr>
          <p:nvPr>
            <p:ph type="dt" idx="10"/>
          </p:nvPr>
        </p:nvSpPr>
        <p:spPr>
          <a:xfrm>
            <a:off x="491490" y="5220462"/>
            <a:ext cx="2260854" cy="280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0"/>
          <p:cNvSpPr txBox="1">
            <a:spLocks noGrp="1"/>
          </p:cNvSpPr>
          <p:nvPr>
            <p:ph type="sldNum" idx="12"/>
          </p:nvPr>
        </p:nvSpPr>
        <p:spPr>
          <a:xfrm>
            <a:off x="7077456" y="5220462"/>
            <a:ext cx="2260854" cy="280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 sz="1800"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>
  <p:cSld name="Two Content">
    <p:bg>
      <p:bgPr>
        <a:solidFill>
          <a:schemeClr val="lt1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1"/>
          <p:cNvSpPr/>
          <p:nvPr/>
        </p:nvSpPr>
        <p:spPr>
          <a:xfrm>
            <a:off x="7868132" y="3808639"/>
            <a:ext cx="1962150" cy="1802130"/>
          </a:xfrm>
          <a:custGeom>
            <a:avLst/>
            <a:gdLst/>
            <a:ahLst/>
            <a:cxnLst/>
            <a:rect l="l" t="t" r="r" b="b"/>
            <a:pathLst>
              <a:path w="1962150" h="1802129" extrusionOk="0">
                <a:moveTo>
                  <a:pt x="0" y="1801585"/>
                </a:moveTo>
                <a:lnTo>
                  <a:pt x="1961666" y="0"/>
                </a:lnTo>
                <a:lnTo>
                  <a:pt x="1961666" y="1801585"/>
                </a:lnTo>
                <a:lnTo>
                  <a:pt x="0" y="1801585"/>
                </a:lnTo>
                <a:close/>
              </a:path>
            </a:pathLst>
          </a:custGeom>
          <a:solidFill>
            <a:srgbClr val="00006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Google Shape;25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26164" y="4501362"/>
            <a:ext cx="1171574" cy="1108862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11"/>
          <p:cNvSpPr/>
          <p:nvPr/>
        </p:nvSpPr>
        <p:spPr>
          <a:xfrm>
            <a:off x="9728377" y="4988429"/>
            <a:ext cx="101600" cy="490220"/>
          </a:xfrm>
          <a:custGeom>
            <a:avLst/>
            <a:gdLst/>
            <a:ahLst/>
            <a:cxnLst/>
            <a:rect l="l" t="t" r="r" b="b"/>
            <a:pathLst>
              <a:path w="101600" h="490220" extrusionOk="0">
                <a:moveTo>
                  <a:pt x="101422" y="490068"/>
                </a:moveTo>
                <a:lnTo>
                  <a:pt x="0" y="468403"/>
                </a:lnTo>
                <a:lnTo>
                  <a:pt x="100059" y="0"/>
                </a:lnTo>
                <a:lnTo>
                  <a:pt x="101422" y="291"/>
                </a:lnTo>
                <a:lnTo>
                  <a:pt x="101422" y="490068"/>
                </a:lnTo>
                <a:close/>
              </a:path>
            </a:pathLst>
          </a:custGeom>
          <a:solidFill>
            <a:srgbClr val="00006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1"/>
          <p:cNvSpPr/>
          <p:nvPr/>
        </p:nvSpPr>
        <p:spPr>
          <a:xfrm>
            <a:off x="1060738" y="549345"/>
            <a:ext cx="8769350" cy="38100"/>
          </a:xfrm>
          <a:custGeom>
            <a:avLst/>
            <a:gdLst/>
            <a:ahLst/>
            <a:cxnLst/>
            <a:rect l="l" t="t" r="r" b="b"/>
            <a:pathLst>
              <a:path w="8769350" h="38100" extrusionOk="0">
                <a:moveTo>
                  <a:pt x="0" y="0"/>
                </a:moveTo>
                <a:lnTo>
                  <a:pt x="8769060" y="0"/>
                </a:lnTo>
                <a:lnTo>
                  <a:pt x="8769060" y="38099"/>
                </a:lnTo>
                <a:lnTo>
                  <a:pt x="0" y="38099"/>
                </a:lnTo>
                <a:lnTo>
                  <a:pt x="0" y="0"/>
                </a:lnTo>
                <a:close/>
              </a:path>
            </a:pathLst>
          </a:custGeom>
          <a:solidFill>
            <a:srgbClr val="BF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1"/>
          <p:cNvSpPr/>
          <p:nvPr/>
        </p:nvSpPr>
        <p:spPr>
          <a:xfrm>
            <a:off x="0" y="117062"/>
            <a:ext cx="4340860" cy="1080770"/>
          </a:xfrm>
          <a:custGeom>
            <a:avLst/>
            <a:gdLst/>
            <a:ahLst/>
            <a:cxnLst/>
            <a:rect l="l" t="t" r="r" b="b"/>
            <a:pathLst>
              <a:path w="4340860" h="1080770" extrusionOk="0">
                <a:moveTo>
                  <a:pt x="3800491" y="1080759"/>
                </a:moveTo>
                <a:lnTo>
                  <a:pt x="0" y="1080759"/>
                </a:lnTo>
                <a:lnTo>
                  <a:pt x="0" y="0"/>
                </a:lnTo>
                <a:lnTo>
                  <a:pt x="3800484" y="0"/>
                </a:lnTo>
                <a:lnTo>
                  <a:pt x="3849669" y="2208"/>
                </a:lnTo>
                <a:lnTo>
                  <a:pt x="3897617" y="8706"/>
                </a:lnTo>
                <a:lnTo>
                  <a:pt x="3944138" y="19302"/>
                </a:lnTo>
                <a:lnTo>
                  <a:pt x="3989039" y="33807"/>
                </a:lnTo>
                <a:lnTo>
                  <a:pt x="4032132" y="52029"/>
                </a:lnTo>
                <a:lnTo>
                  <a:pt x="4073223" y="73777"/>
                </a:lnTo>
                <a:lnTo>
                  <a:pt x="4112124" y="98861"/>
                </a:lnTo>
                <a:lnTo>
                  <a:pt x="4148643" y="127090"/>
                </a:lnTo>
                <a:lnTo>
                  <a:pt x="4182590" y="158273"/>
                </a:lnTo>
                <a:lnTo>
                  <a:pt x="4213773" y="192219"/>
                </a:lnTo>
                <a:lnTo>
                  <a:pt x="4242001" y="228738"/>
                </a:lnTo>
                <a:lnTo>
                  <a:pt x="4267085" y="267639"/>
                </a:lnTo>
                <a:lnTo>
                  <a:pt x="4288834" y="308731"/>
                </a:lnTo>
                <a:lnTo>
                  <a:pt x="4307056" y="351823"/>
                </a:lnTo>
                <a:lnTo>
                  <a:pt x="4321560" y="396725"/>
                </a:lnTo>
                <a:lnTo>
                  <a:pt x="4332157" y="443245"/>
                </a:lnTo>
                <a:lnTo>
                  <a:pt x="4338655" y="491194"/>
                </a:lnTo>
                <a:lnTo>
                  <a:pt x="4340863" y="540379"/>
                </a:lnTo>
                <a:lnTo>
                  <a:pt x="4338655" y="589565"/>
                </a:lnTo>
                <a:lnTo>
                  <a:pt x="4332157" y="637513"/>
                </a:lnTo>
                <a:lnTo>
                  <a:pt x="4321560" y="684033"/>
                </a:lnTo>
                <a:lnTo>
                  <a:pt x="4307056" y="728935"/>
                </a:lnTo>
                <a:lnTo>
                  <a:pt x="4288834" y="772027"/>
                </a:lnTo>
                <a:lnTo>
                  <a:pt x="4267085" y="813119"/>
                </a:lnTo>
                <a:lnTo>
                  <a:pt x="4242001" y="852020"/>
                </a:lnTo>
                <a:lnTo>
                  <a:pt x="4213773" y="888539"/>
                </a:lnTo>
                <a:lnTo>
                  <a:pt x="4182590" y="922485"/>
                </a:lnTo>
                <a:lnTo>
                  <a:pt x="4148643" y="953668"/>
                </a:lnTo>
                <a:lnTo>
                  <a:pt x="4112124" y="981897"/>
                </a:lnTo>
                <a:lnTo>
                  <a:pt x="4073223" y="1006981"/>
                </a:lnTo>
                <a:lnTo>
                  <a:pt x="4032132" y="1028729"/>
                </a:lnTo>
                <a:lnTo>
                  <a:pt x="3989039" y="1046951"/>
                </a:lnTo>
                <a:lnTo>
                  <a:pt x="3944138" y="1061456"/>
                </a:lnTo>
                <a:lnTo>
                  <a:pt x="3897617" y="1072053"/>
                </a:lnTo>
                <a:lnTo>
                  <a:pt x="3849669" y="1078550"/>
                </a:lnTo>
                <a:lnTo>
                  <a:pt x="3800491" y="1080759"/>
                </a:lnTo>
                <a:close/>
              </a:path>
            </a:pathLst>
          </a:custGeom>
          <a:solidFill>
            <a:srgbClr val="00006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1"/>
          <p:cNvSpPr/>
          <p:nvPr/>
        </p:nvSpPr>
        <p:spPr>
          <a:xfrm>
            <a:off x="0" y="0"/>
            <a:ext cx="4356735" cy="1080770"/>
          </a:xfrm>
          <a:custGeom>
            <a:avLst/>
            <a:gdLst/>
            <a:ahLst/>
            <a:cxnLst/>
            <a:rect l="l" t="t" r="r" b="b"/>
            <a:pathLst>
              <a:path w="4356735" h="1080770" extrusionOk="0">
                <a:moveTo>
                  <a:pt x="3816099" y="1080759"/>
                </a:moveTo>
                <a:lnTo>
                  <a:pt x="0" y="1080759"/>
                </a:lnTo>
                <a:lnTo>
                  <a:pt x="0" y="0"/>
                </a:lnTo>
                <a:lnTo>
                  <a:pt x="3816093" y="0"/>
                </a:lnTo>
                <a:lnTo>
                  <a:pt x="3865278" y="2208"/>
                </a:lnTo>
                <a:lnTo>
                  <a:pt x="3913226" y="8706"/>
                </a:lnTo>
                <a:lnTo>
                  <a:pt x="3959746" y="19302"/>
                </a:lnTo>
                <a:lnTo>
                  <a:pt x="4004648" y="33807"/>
                </a:lnTo>
                <a:lnTo>
                  <a:pt x="4047740" y="52029"/>
                </a:lnTo>
                <a:lnTo>
                  <a:pt x="4088832" y="73777"/>
                </a:lnTo>
                <a:lnTo>
                  <a:pt x="4127733" y="98861"/>
                </a:lnTo>
                <a:lnTo>
                  <a:pt x="4164252" y="127090"/>
                </a:lnTo>
                <a:lnTo>
                  <a:pt x="4198198" y="158273"/>
                </a:lnTo>
                <a:lnTo>
                  <a:pt x="4229381" y="192219"/>
                </a:lnTo>
                <a:lnTo>
                  <a:pt x="4257610" y="228738"/>
                </a:lnTo>
                <a:lnTo>
                  <a:pt x="4282694" y="267639"/>
                </a:lnTo>
                <a:lnTo>
                  <a:pt x="4304442" y="308731"/>
                </a:lnTo>
                <a:lnTo>
                  <a:pt x="4322664" y="351823"/>
                </a:lnTo>
                <a:lnTo>
                  <a:pt x="4337169" y="396725"/>
                </a:lnTo>
                <a:lnTo>
                  <a:pt x="4347765" y="443245"/>
                </a:lnTo>
                <a:lnTo>
                  <a:pt x="4354263" y="491194"/>
                </a:lnTo>
                <a:lnTo>
                  <a:pt x="4356472" y="540379"/>
                </a:lnTo>
                <a:lnTo>
                  <a:pt x="4354263" y="589565"/>
                </a:lnTo>
                <a:lnTo>
                  <a:pt x="4347765" y="637513"/>
                </a:lnTo>
                <a:lnTo>
                  <a:pt x="4337169" y="684033"/>
                </a:lnTo>
                <a:lnTo>
                  <a:pt x="4322664" y="728935"/>
                </a:lnTo>
                <a:lnTo>
                  <a:pt x="4304442" y="772027"/>
                </a:lnTo>
                <a:lnTo>
                  <a:pt x="4282694" y="813119"/>
                </a:lnTo>
                <a:lnTo>
                  <a:pt x="4257610" y="852020"/>
                </a:lnTo>
                <a:lnTo>
                  <a:pt x="4229381" y="888539"/>
                </a:lnTo>
                <a:lnTo>
                  <a:pt x="4198198" y="922485"/>
                </a:lnTo>
                <a:lnTo>
                  <a:pt x="4164252" y="953668"/>
                </a:lnTo>
                <a:lnTo>
                  <a:pt x="4127733" y="981897"/>
                </a:lnTo>
                <a:lnTo>
                  <a:pt x="4088832" y="1006981"/>
                </a:lnTo>
                <a:lnTo>
                  <a:pt x="4047740" y="1028729"/>
                </a:lnTo>
                <a:lnTo>
                  <a:pt x="4004648" y="1046951"/>
                </a:lnTo>
                <a:lnTo>
                  <a:pt x="3959746" y="1061456"/>
                </a:lnTo>
                <a:lnTo>
                  <a:pt x="3913226" y="1072053"/>
                </a:lnTo>
                <a:lnTo>
                  <a:pt x="3865278" y="1078550"/>
                </a:lnTo>
                <a:lnTo>
                  <a:pt x="3816099" y="1080759"/>
                </a:lnTo>
                <a:close/>
              </a:path>
            </a:pathLst>
          </a:custGeom>
          <a:solidFill>
            <a:srgbClr val="86131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1"/>
          <p:cNvSpPr/>
          <p:nvPr/>
        </p:nvSpPr>
        <p:spPr>
          <a:xfrm>
            <a:off x="8332444" y="72986"/>
            <a:ext cx="1497965" cy="1062990"/>
          </a:xfrm>
          <a:custGeom>
            <a:avLst/>
            <a:gdLst/>
            <a:ahLst/>
            <a:cxnLst/>
            <a:rect l="l" t="t" r="r" b="b"/>
            <a:pathLst>
              <a:path w="1497965" h="1062990" extrusionOk="0">
                <a:moveTo>
                  <a:pt x="1497342" y="482511"/>
                </a:moveTo>
                <a:lnTo>
                  <a:pt x="1038555" y="0"/>
                </a:lnTo>
                <a:lnTo>
                  <a:pt x="1038555" y="51231"/>
                </a:lnTo>
                <a:lnTo>
                  <a:pt x="989850" y="0"/>
                </a:lnTo>
                <a:lnTo>
                  <a:pt x="989850" y="235534"/>
                </a:lnTo>
                <a:lnTo>
                  <a:pt x="981265" y="235534"/>
                </a:lnTo>
                <a:lnTo>
                  <a:pt x="0" y="235534"/>
                </a:lnTo>
                <a:lnTo>
                  <a:pt x="0" y="755294"/>
                </a:lnTo>
                <a:lnTo>
                  <a:pt x="981265" y="755294"/>
                </a:lnTo>
                <a:lnTo>
                  <a:pt x="989850" y="755294"/>
                </a:lnTo>
                <a:lnTo>
                  <a:pt x="989850" y="990841"/>
                </a:lnTo>
                <a:lnTo>
                  <a:pt x="987488" y="1062494"/>
                </a:lnTo>
                <a:lnTo>
                  <a:pt x="1078941" y="948359"/>
                </a:lnTo>
                <a:lnTo>
                  <a:pt x="1497342" y="508330"/>
                </a:lnTo>
                <a:lnTo>
                  <a:pt x="1497342" y="48251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1"/>
          <p:cNvSpPr/>
          <p:nvPr/>
        </p:nvSpPr>
        <p:spPr>
          <a:xfrm>
            <a:off x="8367401" y="138207"/>
            <a:ext cx="1426210" cy="857885"/>
          </a:xfrm>
          <a:custGeom>
            <a:avLst/>
            <a:gdLst/>
            <a:ahLst/>
            <a:cxnLst/>
            <a:rect l="l" t="t" r="r" b="b"/>
            <a:pathLst>
              <a:path w="1426209" h="857885" extrusionOk="0">
                <a:moveTo>
                  <a:pt x="997221" y="857511"/>
                </a:moveTo>
                <a:lnTo>
                  <a:pt x="997221" y="643133"/>
                </a:lnTo>
                <a:lnTo>
                  <a:pt x="0" y="643133"/>
                </a:lnTo>
                <a:lnTo>
                  <a:pt x="0" y="214377"/>
                </a:lnTo>
                <a:lnTo>
                  <a:pt x="997221" y="214377"/>
                </a:lnTo>
                <a:lnTo>
                  <a:pt x="997221" y="0"/>
                </a:lnTo>
                <a:lnTo>
                  <a:pt x="1425977" y="428755"/>
                </a:lnTo>
                <a:lnTo>
                  <a:pt x="997221" y="857511"/>
                </a:lnTo>
                <a:close/>
              </a:path>
            </a:pathLst>
          </a:custGeom>
          <a:solidFill>
            <a:srgbClr val="86131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1"/>
          <p:cNvSpPr/>
          <p:nvPr/>
        </p:nvSpPr>
        <p:spPr>
          <a:xfrm>
            <a:off x="8332734" y="1789758"/>
            <a:ext cx="936625" cy="429259"/>
          </a:xfrm>
          <a:custGeom>
            <a:avLst/>
            <a:gdLst/>
            <a:ahLst/>
            <a:cxnLst/>
            <a:rect l="l" t="t" r="r" b="b"/>
            <a:pathLst>
              <a:path w="936625" h="429260" extrusionOk="0">
                <a:moveTo>
                  <a:pt x="936483" y="428872"/>
                </a:moveTo>
                <a:lnTo>
                  <a:pt x="0" y="428872"/>
                </a:lnTo>
                <a:lnTo>
                  <a:pt x="0" y="0"/>
                </a:lnTo>
                <a:lnTo>
                  <a:pt x="936483" y="0"/>
                </a:lnTo>
                <a:lnTo>
                  <a:pt x="936483" y="428872"/>
                </a:lnTo>
                <a:close/>
              </a:path>
            </a:pathLst>
          </a:custGeom>
          <a:solidFill>
            <a:srgbClr val="A7E3C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1"/>
          <p:cNvSpPr/>
          <p:nvPr/>
        </p:nvSpPr>
        <p:spPr>
          <a:xfrm>
            <a:off x="8332809" y="1789758"/>
            <a:ext cx="935990" cy="429259"/>
          </a:xfrm>
          <a:custGeom>
            <a:avLst/>
            <a:gdLst/>
            <a:ahLst/>
            <a:cxnLst/>
            <a:rect l="l" t="t" r="r" b="b"/>
            <a:pathLst>
              <a:path w="935990" h="429260" extrusionOk="0">
                <a:moveTo>
                  <a:pt x="0" y="0"/>
                </a:moveTo>
                <a:lnTo>
                  <a:pt x="935827" y="0"/>
                </a:lnTo>
                <a:lnTo>
                  <a:pt x="935827" y="428773"/>
                </a:lnTo>
                <a:lnTo>
                  <a:pt x="0" y="428773"/>
                </a:lnTo>
                <a:lnTo>
                  <a:pt x="0" y="0"/>
                </a:lnTo>
                <a:close/>
              </a:path>
            </a:pathLst>
          </a:custGeom>
          <a:noFill/>
          <a:ln w="571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1"/>
          <p:cNvSpPr/>
          <p:nvPr/>
        </p:nvSpPr>
        <p:spPr>
          <a:xfrm>
            <a:off x="8332734" y="2269945"/>
            <a:ext cx="936625" cy="429259"/>
          </a:xfrm>
          <a:custGeom>
            <a:avLst/>
            <a:gdLst/>
            <a:ahLst/>
            <a:cxnLst/>
            <a:rect l="l" t="t" r="r" b="b"/>
            <a:pathLst>
              <a:path w="936625" h="429260" extrusionOk="0">
                <a:moveTo>
                  <a:pt x="936483" y="428872"/>
                </a:moveTo>
                <a:lnTo>
                  <a:pt x="0" y="428872"/>
                </a:lnTo>
                <a:lnTo>
                  <a:pt x="0" y="0"/>
                </a:lnTo>
                <a:lnTo>
                  <a:pt x="936483" y="0"/>
                </a:lnTo>
                <a:lnTo>
                  <a:pt x="936483" y="428872"/>
                </a:lnTo>
                <a:close/>
              </a:path>
            </a:pathLst>
          </a:custGeom>
          <a:solidFill>
            <a:srgbClr val="FFFFA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1"/>
          <p:cNvSpPr/>
          <p:nvPr/>
        </p:nvSpPr>
        <p:spPr>
          <a:xfrm>
            <a:off x="8332809" y="2269945"/>
            <a:ext cx="935990" cy="429259"/>
          </a:xfrm>
          <a:custGeom>
            <a:avLst/>
            <a:gdLst/>
            <a:ahLst/>
            <a:cxnLst/>
            <a:rect l="l" t="t" r="r" b="b"/>
            <a:pathLst>
              <a:path w="935990" h="429260" extrusionOk="0">
                <a:moveTo>
                  <a:pt x="0" y="0"/>
                </a:moveTo>
                <a:lnTo>
                  <a:pt x="935827" y="0"/>
                </a:lnTo>
                <a:lnTo>
                  <a:pt x="935827" y="428773"/>
                </a:lnTo>
                <a:lnTo>
                  <a:pt x="0" y="428773"/>
                </a:lnTo>
                <a:lnTo>
                  <a:pt x="0" y="0"/>
                </a:lnTo>
                <a:close/>
              </a:path>
            </a:pathLst>
          </a:custGeom>
          <a:noFill/>
          <a:ln w="571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1"/>
          <p:cNvSpPr/>
          <p:nvPr/>
        </p:nvSpPr>
        <p:spPr>
          <a:xfrm>
            <a:off x="8332734" y="2750132"/>
            <a:ext cx="936625" cy="429259"/>
          </a:xfrm>
          <a:custGeom>
            <a:avLst/>
            <a:gdLst/>
            <a:ahLst/>
            <a:cxnLst/>
            <a:rect l="l" t="t" r="r" b="b"/>
            <a:pathLst>
              <a:path w="936625" h="429260" extrusionOk="0">
                <a:moveTo>
                  <a:pt x="936483" y="428872"/>
                </a:moveTo>
                <a:lnTo>
                  <a:pt x="0" y="428872"/>
                </a:lnTo>
                <a:lnTo>
                  <a:pt x="0" y="0"/>
                </a:lnTo>
                <a:lnTo>
                  <a:pt x="936483" y="0"/>
                </a:lnTo>
                <a:lnTo>
                  <a:pt x="936483" y="428872"/>
                </a:lnTo>
                <a:close/>
              </a:path>
            </a:pathLst>
          </a:custGeom>
          <a:solidFill>
            <a:srgbClr val="FFA7A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1"/>
          <p:cNvSpPr/>
          <p:nvPr/>
        </p:nvSpPr>
        <p:spPr>
          <a:xfrm>
            <a:off x="8332809" y="2750132"/>
            <a:ext cx="935990" cy="429259"/>
          </a:xfrm>
          <a:custGeom>
            <a:avLst/>
            <a:gdLst/>
            <a:ahLst/>
            <a:cxnLst/>
            <a:rect l="l" t="t" r="r" b="b"/>
            <a:pathLst>
              <a:path w="935990" h="429260" extrusionOk="0">
                <a:moveTo>
                  <a:pt x="0" y="0"/>
                </a:moveTo>
                <a:lnTo>
                  <a:pt x="935827" y="0"/>
                </a:lnTo>
                <a:lnTo>
                  <a:pt x="935827" y="428773"/>
                </a:lnTo>
                <a:lnTo>
                  <a:pt x="0" y="428773"/>
                </a:lnTo>
                <a:lnTo>
                  <a:pt x="0" y="0"/>
                </a:lnTo>
                <a:close/>
              </a:path>
            </a:pathLst>
          </a:custGeom>
          <a:noFill/>
          <a:ln w="571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" name="Google Shape;38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19213" y="0"/>
            <a:ext cx="1676399" cy="1457324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1"/>
          <p:cNvSpPr txBox="1">
            <a:spLocks noGrp="1"/>
          </p:cNvSpPr>
          <p:nvPr>
            <p:ph type="title"/>
          </p:nvPr>
        </p:nvSpPr>
        <p:spPr>
          <a:xfrm>
            <a:off x="177887" y="82007"/>
            <a:ext cx="9474024" cy="74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1"/>
          <p:cNvSpPr txBox="1">
            <a:spLocks noGrp="1"/>
          </p:cNvSpPr>
          <p:nvPr>
            <p:ph type="body" idx="1"/>
          </p:nvPr>
        </p:nvSpPr>
        <p:spPr>
          <a:xfrm>
            <a:off x="177546" y="1261801"/>
            <a:ext cx="3116579" cy="3677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100" b="0" i="0">
                <a:solidFill>
                  <a:srgbClr val="BF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1"/>
          <p:cNvSpPr txBox="1">
            <a:spLocks noGrp="1"/>
          </p:cNvSpPr>
          <p:nvPr>
            <p:ph type="body" idx="2"/>
          </p:nvPr>
        </p:nvSpPr>
        <p:spPr>
          <a:xfrm>
            <a:off x="5062347" y="1291082"/>
            <a:ext cx="4275963" cy="3704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ftr" idx="11"/>
          </p:nvPr>
        </p:nvSpPr>
        <p:spPr>
          <a:xfrm>
            <a:off x="3342132" y="5220462"/>
            <a:ext cx="3145536" cy="280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491490" y="5220462"/>
            <a:ext cx="2260854" cy="280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7077456" y="5220462"/>
            <a:ext cx="2260854" cy="280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/>
          </p:nvPr>
        </p:nvSpPr>
        <p:spPr>
          <a:xfrm>
            <a:off x="177887" y="82007"/>
            <a:ext cx="9474024" cy="74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ftr" idx="11"/>
          </p:nvPr>
        </p:nvSpPr>
        <p:spPr>
          <a:xfrm>
            <a:off x="3342132" y="5220462"/>
            <a:ext cx="3145536" cy="280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dt" idx="10"/>
          </p:nvPr>
        </p:nvSpPr>
        <p:spPr>
          <a:xfrm>
            <a:off x="491490" y="5220462"/>
            <a:ext cx="2260854" cy="280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7077456" y="5220462"/>
            <a:ext cx="2260854" cy="280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>
  <p:cSld name="Blank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829799" cy="5610224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/>
          <p:nvPr/>
        </p:nvSpPr>
        <p:spPr>
          <a:xfrm>
            <a:off x="0" y="0"/>
            <a:ext cx="7632065" cy="3118485"/>
          </a:xfrm>
          <a:custGeom>
            <a:avLst/>
            <a:gdLst/>
            <a:ahLst/>
            <a:cxnLst/>
            <a:rect l="l" t="t" r="r" b="b"/>
            <a:pathLst>
              <a:path w="7632065" h="3118485" extrusionOk="0">
                <a:moveTo>
                  <a:pt x="0" y="3118028"/>
                </a:moveTo>
                <a:lnTo>
                  <a:pt x="0" y="0"/>
                </a:lnTo>
                <a:lnTo>
                  <a:pt x="7631812" y="0"/>
                </a:lnTo>
                <a:lnTo>
                  <a:pt x="0" y="3118028"/>
                </a:lnTo>
                <a:close/>
              </a:path>
            </a:pathLst>
          </a:custGeom>
          <a:solidFill>
            <a:srgbClr val="BF0000">
              <a:alpha val="69803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" name="Google Shape;53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4090156" cy="3029269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/>
          <p:nvPr/>
        </p:nvSpPr>
        <p:spPr>
          <a:xfrm>
            <a:off x="5381042" y="3074884"/>
            <a:ext cx="4448810" cy="2535555"/>
          </a:xfrm>
          <a:custGeom>
            <a:avLst/>
            <a:gdLst/>
            <a:ahLst/>
            <a:cxnLst/>
            <a:rect l="l" t="t" r="r" b="b"/>
            <a:pathLst>
              <a:path w="4448809" h="2535554" extrusionOk="0">
                <a:moveTo>
                  <a:pt x="0" y="2535340"/>
                </a:moveTo>
                <a:lnTo>
                  <a:pt x="4448757" y="0"/>
                </a:lnTo>
                <a:lnTo>
                  <a:pt x="4448757" y="2535340"/>
                </a:lnTo>
                <a:lnTo>
                  <a:pt x="0" y="2535340"/>
                </a:lnTo>
                <a:close/>
              </a:path>
            </a:pathLst>
          </a:custGeom>
          <a:solidFill>
            <a:srgbClr val="000066">
              <a:alpha val="69803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53044" y="363920"/>
            <a:ext cx="1381124" cy="139064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/>
          <p:nvPr/>
        </p:nvSpPr>
        <p:spPr>
          <a:xfrm>
            <a:off x="0" y="4312065"/>
            <a:ext cx="4215765" cy="660400"/>
          </a:xfrm>
          <a:custGeom>
            <a:avLst/>
            <a:gdLst/>
            <a:ahLst/>
            <a:cxnLst/>
            <a:rect l="l" t="t" r="r" b="b"/>
            <a:pathLst>
              <a:path w="4215765" h="660400" extrusionOk="0">
                <a:moveTo>
                  <a:pt x="3886146" y="660236"/>
                </a:moveTo>
                <a:lnTo>
                  <a:pt x="0" y="660236"/>
                </a:lnTo>
                <a:lnTo>
                  <a:pt x="0" y="0"/>
                </a:lnTo>
                <a:lnTo>
                  <a:pt x="3886146" y="0"/>
                </a:lnTo>
                <a:lnTo>
                  <a:pt x="4215238" y="329092"/>
                </a:lnTo>
                <a:lnTo>
                  <a:pt x="4215238" y="331144"/>
                </a:lnTo>
                <a:lnTo>
                  <a:pt x="3886146" y="660236"/>
                </a:lnTo>
                <a:close/>
              </a:path>
            </a:pathLst>
          </a:custGeom>
          <a:solidFill>
            <a:srgbClr val="861315">
              <a:alpha val="79607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0" y="4953251"/>
            <a:ext cx="4587240" cy="657225"/>
          </a:xfrm>
          <a:custGeom>
            <a:avLst/>
            <a:gdLst/>
            <a:ahLst/>
            <a:cxnLst/>
            <a:rect l="l" t="t" r="r" b="b"/>
            <a:pathLst>
              <a:path w="4587240" h="657225" extrusionOk="0">
                <a:moveTo>
                  <a:pt x="4261393" y="656972"/>
                </a:moveTo>
                <a:lnTo>
                  <a:pt x="0" y="656972"/>
                </a:lnTo>
                <a:lnTo>
                  <a:pt x="0" y="0"/>
                </a:lnTo>
                <a:lnTo>
                  <a:pt x="4258129" y="0"/>
                </a:lnTo>
                <a:lnTo>
                  <a:pt x="4587222" y="329092"/>
                </a:lnTo>
                <a:lnTo>
                  <a:pt x="4587222" y="331144"/>
                </a:lnTo>
                <a:lnTo>
                  <a:pt x="4261393" y="656972"/>
                </a:lnTo>
                <a:close/>
              </a:path>
            </a:pathLst>
          </a:custGeom>
          <a:solidFill>
            <a:srgbClr val="000066">
              <a:alpha val="69803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8422266" y="579985"/>
            <a:ext cx="876300" cy="876300"/>
          </a:xfrm>
          <a:custGeom>
            <a:avLst/>
            <a:gdLst/>
            <a:ahLst/>
            <a:cxnLst/>
            <a:rect l="l" t="t" r="r" b="b"/>
            <a:pathLst>
              <a:path w="876300" h="876300" extrusionOk="0">
                <a:moveTo>
                  <a:pt x="438149" y="876299"/>
                </a:moveTo>
                <a:lnTo>
                  <a:pt x="390407" y="873729"/>
                </a:lnTo>
                <a:lnTo>
                  <a:pt x="344154" y="866194"/>
                </a:lnTo>
                <a:lnTo>
                  <a:pt x="299658" y="853963"/>
                </a:lnTo>
                <a:lnTo>
                  <a:pt x="257185" y="837303"/>
                </a:lnTo>
                <a:lnTo>
                  <a:pt x="217004" y="816481"/>
                </a:lnTo>
                <a:lnTo>
                  <a:pt x="179381" y="791764"/>
                </a:lnTo>
                <a:lnTo>
                  <a:pt x="144584" y="763420"/>
                </a:lnTo>
                <a:lnTo>
                  <a:pt x="112879" y="731715"/>
                </a:lnTo>
                <a:lnTo>
                  <a:pt x="84535" y="696918"/>
                </a:lnTo>
                <a:lnTo>
                  <a:pt x="59818" y="659295"/>
                </a:lnTo>
                <a:lnTo>
                  <a:pt x="38996" y="619114"/>
                </a:lnTo>
                <a:lnTo>
                  <a:pt x="22336" y="576641"/>
                </a:lnTo>
                <a:lnTo>
                  <a:pt x="10105" y="532145"/>
                </a:lnTo>
                <a:lnTo>
                  <a:pt x="2570" y="485892"/>
                </a:lnTo>
                <a:lnTo>
                  <a:pt x="0" y="438149"/>
                </a:lnTo>
                <a:lnTo>
                  <a:pt x="2570" y="390407"/>
                </a:lnTo>
                <a:lnTo>
                  <a:pt x="10105" y="344154"/>
                </a:lnTo>
                <a:lnTo>
                  <a:pt x="22336" y="299658"/>
                </a:lnTo>
                <a:lnTo>
                  <a:pt x="38996" y="257185"/>
                </a:lnTo>
                <a:lnTo>
                  <a:pt x="59818" y="217004"/>
                </a:lnTo>
                <a:lnTo>
                  <a:pt x="84535" y="179381"/>
                </a:lnTo>
                <a:lnTo>
                  <a:pt x="112879" y="144584"/>
                </a:lnTo>
                <a:lnTo>
                  <a:pt x="144584" y="112879"/>
                </a:lnTo>
                <a:lnTo>
                  <a:pt x="179381" y="84535"/>
                </a:lnTo>
                <a:lnTo>
                  <a:pt x="217004" y="59818"/>
                </a:lnTo>
                <a:lnTo>
                  <a:pt x="257185" y="38996"/>
                </a:lnTo>
                <a:lnTo>
                  <a:pt x="299658" y="22336"/>
                </a:lnTo>
                <a:lnTo>
                  <a:pt x="344154" y="10105"/>
                </a:lnTo>
                <a:lnTo>
                  <a:pt x="390407" y="2570"/>
                </a:lnTo>
                <a:lnTo>
                  <a:pt x="438149" y="0"/>
                </a:lnTo>
                <a:lnTo>
                  <a:pt x="485892" y="2570"/>
                </a:lnTo>
                <a:lnTo>
                  <a:pt x="532145" y="10105"/>
                </a:lnTo>
                <a:lnTo>
                  <a:pt x="576641" y="22336"/>
                </a:lnTo>
                <a:lnTo>
                  <a:pt x="619114" y="38996"/>
                </a:lnTo>
                <a:lnTo>
                  <a:pt x="659295" y="59818"/>
                </a:lnTo>
                <a:lnTo>
                  <a:pt x="696918" y="84535"/>
                </a:lnTo>
                <a:lnTo>
                  <a:pt x="731715" y="112879"/>
                </a:lnTo>
                <a:lnTo>
                  <a:pt x="763420" y="144584"/>
                </a:lnTo>
                <a:lnTo>
                  <a:pt x="791764" y="179381"/>
                </a:lnTo>
                <a:lnTo>
                  <a:pt x="816481" y="217004"/>
                </a:lnTo>
                <a:lnTo>
                  <a:pt x="837303" y="257185"/>
                </a:lnTo>
                <a:lnTo>
                  <a:pt x="853963" y="299658"/>
                </a:lnTo>
                <a:lnTo>
                  <a:pt x="866194" y="344154"/>
                </a:lnTo>
                <a:lnTo>
                  <a:pt x="873729" y="390407"/>
                </a:lnTo>
                <a:lnTo>
                  <a:pt x="876299" y="438149"/>
                </a:lnTo>
                <a:lnTo>
                  <a:pt x="873729" y="485892"/>
                </a:lnTo>
                <a:lnTo>
                  <a:pt x="866194" y="532145"/>
                </a:lnTo>
                <a:lnTo>
                  <a:pt x="853963" y="576641"/>
                </a:lnTo>
                <a:lnTo>
                  <a:pt x="837303" y="619114"/>
                </a:lnTo>
                <a:lnTo>
                  <a:pt x="816481" y="659295"/>
                </a:lnTo>
                <a:lnTo>
                  <a:pt x="791764" y="696918"/>
                </a:lnTo>
                <a:lnTo>
                  <a:pt x="763420" y="731715"/>
                </a:lnTo>
                <a:lnTo>
                  <a:pt x="731715" y="763420"/>
                </a:lnTo>
                <a:lnTo>
                  <a:pt x="696918" y="791764"/>
                </a:lnTo>
                <a:lnTo>
                  <a:pt x="659295" y="816481"/>
                </a:lnTo>
                <a:lnTo>
                  <a:pt x="619114" y="837303"/>
                </a:lnTo>
                <a:lnTo>
                  <a:pt x="576641" y="853963"/>
                </a:lnTo>
                <a:lnTo>
                  <a:pt x="532145" y="866194"/>
                </a:lnTo>
                <a:lnTo>
                  <a:pt x="485892" y="873729"/>
                </a:lnTo>
                <a:lnTo>
                  <a:pt x="438149" y="87629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8434247" y="579985"/>
            <a:ext cx="864869" cy="876300"/>
          </a:xfrm>
          <a:custGeom>
            <a:avLst/>
            <a:gdLst/>
            <a:ahLst/>
            <a:cxnLst/>
            <a:rect l="l" t="t" r="r" b="b"/>
            <a:pathLst>
              <a:path w="864870" h="876300" extrusionOk="0">
                <a:moveTo>
                  <a:pt x="657129" y="65703"/>
                </a:moveTo>
                <a:lnTo>
                  <a:pt x="426169" y="65703"/>
                </a:lnTo>
                <a:lnTo>
                  <a:pt x="426169" y="0"/>
                </a:lnTo>
                <a:lnTo>
                  <a:pt x="476277" y="2835"/>
                </a:lnTo>
                <a:lnTo>
                  <a:pt x="524733" y="11133"/>
                </a:lnTo>
                <a:lnTo>
                  <a:pt x="571231" y="24584"/>
                </a:lnTo>
                <a:lnTo>
                  <a:pt x="615465" y="42877"/>
                </a:lnTo>
                <a:lnTo>
                  <a:pt x="657129" y="65703"/>
                </a:lnTo>
                <a:close/>
              </a:path>
              <a:path w="864870" h="876300" extrusionOk="0">
                <a:moveTo>
                  <a:pt x="794527" y="200818"/>
                </a:moveTo>
                <a:lnTo>
                  <a:pt x="426169" y="200818"/>
                </a:lnTo>
                <a:lnTo>
                  <a:pt x="426169" y="135115"/>
                </a:lnTo>
                <a:lnTo>
                  <a:pt x="742610" y="135115"/>
                </a:lnTo>
                <a:lnTo>
                  <a:pt x="756726" y="150569"/>
                </a:lnTo>
                <a:lnTo>
                  <a:pt x="770102" y="166683"/>
                </a:lnTo>
                <a:lnTo>
                  <a:pt x="782711" y="183439"/>
                </a:lnTo>
                <a:lnTo>
                  <a:pt x="794527" y="200818"/>
                </a:lnTo>
                <a:close/>
              </a:path>
              <a:path w="864870" h="876300" extrusionOk="0">
                <a:moveTo>
                  <a:pt x="852338" y="335934"/>
                </a:moveTo>
                <a:lnTo>
                  <a:pt x="426169" y="335934"/>
                </a:lnTo>
                <a:lnTo>
                  <a:pt x="426169" y="270230"/>
                </a:lnTo>
                <a:lnTo>
                  <a:pt x="830944" y="270230"/>
                </a:lnTo>
                <a:lnTo>
                  <a:pt x="837255" y="286219"/>
                </a:lnTo>
                <a:lnTo>
                  <a:pt x="842925" y="302511"/>
                </a:lnTo>
                <a:lnTo>
                  <a:pt x="847952" y="319089"/>
                </a:lnTo>
                <a:lnTo>
                  <a:pt x="852338" y="335934"/>
                </a:lnTo>
                <a:close/>
              </a:path>
              <a:path w="864870" h="876300" extrusionOk="0">
                <a:moveTo>
                  <a:pt x="863083" y="471049"/>
                </a:moveTo>
                <a:lnTo>
                  <a:pt x="426169" y="471049"/>
                </a:lnTo>
                <a:lnTo>
                  <a:pt x="426169" y="405250"/>
                </a:lnTo>
                <a:lnTo>
                  <a:pt x="863083" y="405250"/>
                </a:lnTo>
                <a:lnTo>
                  <a:pt x="863637" y="413413"/>
                </a:lnTo>
                <a:lnTo>
                  <a:pt x="864022" y="421629"/>
                </a:lnTo>
                <a:lnTo>
                  <a:pt x="864246" y="429880"/>
                </a:lnTo>
                <a:lnTo>
                  <a:pt x="864246" y="446405"/>
                </a:lnTo>
                <a:lnTo>
                  <a:pt x="864022" y="454635"/>
                </a:lnTo>
                <a:lnTo>
                  <a:pt x="863637" y="462846"/>
                </a:lnTo>
                <a:lnTo>
                  <a:pt x="863083" y="471049"/>
                </a:lnTo>
                <a:close/>
              </a:path>
              <a:path w="864870" h="876300" extrusionOk="0">
                <a:moveTo>
                  <a:pt x="830944" y="606069"/>
                </a:moveTo>
                <a:lnTo>
                  <a:pt x="21394" y="606069"/>
                </a:lnTo>
                <a:lnTo>
                  <a:pt x="15082" y="590080"/>
                </a:lnTo>
                <a:lnTo>
                  <a:pt x="9413" y="573788"/>
                </a:lnTo>
                <a:lnTo>
                  <a:pt x="4385" y="557210"/>
                </a:lnTo>
                <a:lnTo>
                  <a:pt x="0" y="540365"/>
                </a:lnTo>
                <a:lnTo>
                  <a:pt x="852338" y="540365"/>
                </a:lnTo>
                <a:lnTo>
                  <a:pt x="847952" y="557210"/>
                </a:lnTo>
                <a:lnTo>
                  <a:pt x="842925" y="573788"/>
                </a:lnTo>
                <a:lnTo>
                  <a:pt x="837255" y="590080"/>
                </a:lnTo>
                <a:lnTo>
                  <a:pt x="830944" y="606069"/>
                </a:lnTo>
                <a:close/>
              </a:path>
              <a:path w="864870" h="876300" extrusionOk="0">
                <a:moveTo>
                  <a:pt x="742610" y="741184"/>
                </a:moveTo>
                <a:lnTo>
                  <a:pt x="109727" y="741184"/>
                </a:lnTo>
                <a:lnTo>
                  <a:pt x="95612" y="725730"/>
                </a:lnTo>
                <a:lnTo>
                  <a:pt x="82236" y="709616"/>
                </a:lnTo>
                <a:lnTo>
                  <a:pt x="69627" y="692860"/>
                </a:lnTo>
                <a:lnTo>
                  <a:pt x="57811" y="675481"/>
                </a:lnTo>
                <a:lnTo>
                  <a:pt x="794527" y="675481"/>
                </a:lnTo>
                <a:lnTo>
                  <a:pt x="782711" y="692860"/>
                </a:lnTo>
                <a:lnTo>
                  <a:pt x="770102" y="709616"/>
                </a:lnTo>
                <a:lnTo>
                  <a:pt x="756726" y="725730"/>
                </a:lnTo>
                <a:lnTo>
                  <a:pt x="742610" y="741184"/>
                </a:lnTo>
                <a:close/>
              </a:path>
              <a:path w="864870" h="876300" extrusionOk="0">
                <a:moveTo>
                  <a:pt x="427405" y="876299"/>
                </a:moveTo>
                <a:lnTo>
                  <a:pt x="424933" y="876299"/>
                </a:lnTo>
                <a:lnTo>
                  <a:pt x="375063" y="873337"/>
                </a:lnTo>
                <a:lnTo>
                  <a:pt x="326859" y="864988"/>
                </a:lnTo>
                <a:lnTo>
                  <a:pt x="280617" y="851551"/>
                </a:lnTo>
                <a:lnTo>
                  <a:pt x="236635" y="833321"/>
                </a:lnTo>
                <a:lnTo>
                  <a:pt x="195208" y="810596"/>
                </a:lnTo>
                <a:lnTo>
                  <a:pt x="657129" y="810596"/>
                </a:lnTo>
                <a:lnTo>
                  <a:pt x="615703" y="833321"/>
                </a:lnTo>
                <a:lnTo>
                  <a:pt x="571721" y="851551"/>
                </a:lnTo>
                <a:lnTo>
                  <a:pt x="525479" y="864988"/>
                </a:lnTo>
                <a:lnTo>
                  <a:pt x="477275" y="873337"/>
                </a:lnTo>
                <a:lnTo>
                  <a:pt x="427405" y="876299"/>
                </a:lnTo>
                <a:close/>
              </a:path>
            </a:pathLst>
          </a:custGeom>
          <a:solidFill>
            <a:srgbClr val="E84A3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8422266" y="579985"/>
            <a:ext cx="438150" cy="471170"/>
          </a:xfrm>
          <a:custGeom>
            <a:avLst/>
            <a:gdLst/>
            <a:ahLst/>
            <a:cxnLst/>
            <a:rect l="l" t="t" r="r" b="b"/>
            <a:pathLst>
              <a:path w="438150" h="471169" extrusionOk="0">
                <a:moveTo>
                  <a:pt x="438149" y="471049"/>
                </a:moveTo>
                <a:lnTo>
                  <a:pt x="1236" y="471049"/>
                </a:lnTo>
                <a:lnTo>
                  <a:pt x="0" y="438149"/>
                </a:lnTo>
                <a:lnTo>
                  <a:pt x="2570" y="390407"/>
                </a:lnTo>
                <a:lnTo>
                  <a:pt x="10105" y="344154"/>
                </a:lnTo>
                <a:lnTo>
                  <a:pt x="22336" y="299658"/>
                </a:lnTo>
                <a:lnTo>
                  <a:pt x="38996" y="257185"/>
                </a:lnTo>
                <a:lnTo>
                  <a:pt x="59818" y="217004"/>
                </a:lnTo>
                <a:lnTo>
                  <a:pt x="84535" y="179381"/>
                </a:lnTo>
                <a:lnTo>
                  <a:pt x="112879" y="144584"/>
                </a:lnTo>
                <a:lnTo>
                  <a:pt x="144584" y="112879"/>
                </a:lnTo>
                <a:lnTo>
                  <a:pt x="179381" y="84535"/>
                </a:lnTo>
                <a:lnTo>
                  <a:pt x="217004" y="59818"/>
                </a:lnTo>
                <a:lnTo>
                  <a:pt x="257185" y="38996"/>
                </a:lnTo>
                <a:lnTo>
                  <a:pt x="299658" y="22336"/>
                </a:lnTo>
                <a:lnTo>
                  <a:pt x="344154" y="10105"/>
                </a:lnTo>
                <a:lnTo>
                  <a:pt x="390407" y="2570"/>
                </a:lnTo>
                <a:lnTo>
                  <a:pt x="438149" y="0"/>
                </a:lnTo>
                <a:lnTo>
                  <a:pt x="438149" y="471049"/>
                </a:lnTo>
                <a:close/>
              </a:path>
            </a:pathLst>
          </a:custGeom>
          <a:solidFill>
            <a:srgbClr val="217EB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8459623" y="598245"/>
            <a:ext cx="363855" cy="416559"/>
          </a:xfrm>
          <a:custGeom>
            <a:avLst/>
            <a:gdLst/>
            <a:ahLst/>
            <a:cxnLst/>
            <a:rect l="l" t="t" r="r" b="b"/>
            <a:pathLst>
              <a:path w="363854" h="416559" extrusionOk="0">
                <a:moveTo>
                  <a:pt x="34810" y="396024"/>
                </a:moveTo>
                <a:lnTo>
                  <a:pt x="22733" y="394220"/>
                </a:lnTo>
                <a:lnTo>
                  <a:pt x="17411" y="383387"/>
                </a:lnTo>
                <a:lnTo>
                  <a:pt x="12077" y="394220"/>
                </a:lnTo>
                <a:lnTo>
                  <a:pt x="0" y="396024"/>
                </a:lnTo>
                <a:lnTo>
                  <a:pt x="8750" y="404495"/>
                </a:lnTo>
                <a:lnTo>
                  <a:pt x="6667" y="416382"/>
                </a:lnTo>
                <a:lnTo>
                  <a:pt x="17411" y="410768"/>
                </a:lnTo>
                <a:lnTo>
                  <a:pt x="28155" y="416382"/>
                </a:lnTo>
                <a:lnTo>
                  <a:pt x="26060" y="404495"/>
                </a:lnTo>
                <a:lnTo>
                  <a:pt x="34810" y="396024"/>
                </a:lnTo>
                <a:close/>
              </a:path>
              <a:path w="363854" h="416559" extrusionOk="0">
                <a:moveTo>
                  <a:pt x="34810" y="286486"/>
                </a:moveTo>
                <a:lnTo>
                  <a:pt x="22733" y="284683"/>
                </a:lnTo>
                <a:lnTo>
                  <a:pt x="17411" y="273850"/>
                </a:lnTo>
                <a:lnTo>
                  <a:pt x="12077" y="284683"/>
                </a:lnTo>
                <a:lnTo>
                  <a:pt x="0" y="286486"/>
                </a:lnTo>
                <a:lnTo>
                  <a:pt x="8750" y="294957"/>
                </a:lnTo>
                <a:lnTo>
                  <a:pt x="6667" y="306844"/>
                </a:lnTo>
                <a:lnTo>
                  <a:pt x="17411" y="301231"/>
                </a:lnTo>
                <a:lnTo>
                  <a:pt x="28155" y="306844"/>
                </a:lnTo>
                <a:lnTo>
                  <a:pt x="26060" y="294957"/>
                </a:lnTo>
                <a:lnTo>
                  <a:pt x="34810" y="286486"/>
                </a:lnTo>
                <a:close/>
              </a:path>
              <a:path w="363854" h="416559" extrusionOk="0">
                <a:moveTo>
                  <a:pt x="71323" y="341261"/>
                </a:moveTo>
                <a:lnTo>
                  <a:pt x="59245" y="339458"/>
                </a:lnTo>
                <a:lnTo>
                  <a:pt x="53924" y="328612"/>
                </a:lnTo>
                <a:lnTo>
                  <a:pt x="48590" y="339458"/>
                </a:lnTo>
                <a:lnTo>
                  <a:pt x="36512" y="341261"/>
                </a:lnTo>
                <a:lnTo>
                  <a:pt x="45262" y="349719"/>
                </a:lnTo>
                <a:lnTo>
                  <a:pt x="43180" y="361607"/>
                </a:lnTo>
                <a:lnTo>
                  <a:pt x="53924" y="355993"/>
                </a:lnTo>
                <a:lnTo>
                  <a:pt x="64668" y="361607"/>
                </a:lnTo>
                <a:lnTo>
                  <a:pt x="62572" y="349719"/>
                </a:lnTo>
                <a:lnTo>
                  <a:pt x="71323" y="341261"/>
                </a:lnTo>
                <a:close/>
              </a:path>
              <a:path w="363854" h="416559" extrusionOk="0">
                <a:moveTo>
                  <a:pt x="71323" y="231724"/>
                </a:moveTo>
                <a:lnTo>
                  <a:pt x="59245" y="229920"/>
                </a:lnTo>
                <a:lnTo>
                  <a:pt x="53924" y="219075"/>
                </a:lnTo>
                <a:lnTo>
                  <a:pt x="48590" y="229920"/>
                </a:lnTo>
                <a:lnTo>
                  <a:pt x="36512" y="231724"/>
                </a:lnTo>
                <a:lnTo>
                  <a:pt x="45262" y="240182"/>
                </a:lnTo>
                <a:lnTo>
                  <a:pt x="43180" y="252069"/>
                </a:lnTo>
                <a:lnTo>
                  <a:pt x="53924" y="246456"/>
                </a:lnTo>
                <a:lnTo>
                  <a:pt x="64668" y="252069"/>
                </a:lnTo>
                <a:lnTo>
                  <a:pt x="62572" y="240182"/>
                </a:lnTo>
                <a:lnTo>
                  <a:pt x="71323" y="231724"/>
                </a:lnTo>
                <a:close/>
              </a:path>
              <a:path w="363854" h="416559" extrusionOk="0">
                <a:moveTo>
                  <a:pt x="107835" y="396024"/>
                </a:moveTo>
                <a:lnTo>
                  <a:pt x="95758" y="394220"/>
                </a:lnTo>
                <a:lnTo>
                  <a:pt x="90436" y="383387"/>
                </a:lnTo>
                <a:lnTo>
                  <a:pt x="85102" y="394220"/>
                </a:lnTo>
                <a:lnTo>
                  <a:pt x="73025" y="396024"/>
                </a:lnTo>
                <a:lnTo>
                  <a:pt x="81775" y="404495"/>
                </a:lnTo>
                <a:lnTo>
                  <a:pt x="79692" y="416382"/>
                </a:lnTo>
                <a:lnTo>
                  <a:pt x="90436" y="410768"/>
                </a:lnTo>
                <a:lnTo>
                  <a:pt x="101180" y="416382"/>
                </a:lnTo>
                <a:lnTo>
                  <a:pt x="99085" y="404495"/>
                </a:lnTo>
                <a:lnTo>
                  <a:pt x="107835" y="396024"/>
                </a:lnTo>
                <a:close/>
              </a:path>
              <a:path w="363854" h="416559" extrusionOk="0">
                <a:moveTo>
                  <a:pt x="107835" y="286486"/>
                </a:moveTo>
                <a:lnTo>
                  <a:pt x="95758" y="284683"/>
                </a:lnTo>
                <a:lnTo>
                  <a:pt x="90436" y="273850"/>
                </a:lnTo>
                <a:lnTo>
                  <a:pt x="85102" y="284683"/>
                </a:lnTo>
                <a:lnTo>
                  <a:pt x="73025" y="286486"/>
                </a:lnTo>
                <a:lnTo>
                  <a:pt x="81775" y="294957"/>
                </a:lnTo>
                <a:lnTo>
                  <a:pt x="79692" y="306844"/>
                </a:lnTo>
                <a:lnTo>
                  <a:pt x="90436" y="301231"/>
                </a:lnTo>
                <a:lnTo>
                  <a:pt x="101180" y="306844"/>
                </a:lnTo>
                <a:lnTo>
                  <a:pt x="99085" y="294957"/>
                </a:lnTo>
                <a:lnTo>
                  <a:pt x="107835" y="286486"/>
                </a:lnTo>
                <a:close/>
              </a:path>
              <a:path w="363854" h="416559" extrusionOk="0">
                <a:moveTo>
                  <a:pt x="107835" y="176949"/>
                </a:moveTo>
                <a:lnTo>
                  <a:pt x="95758" y="175145"/>
                </a:lnTo>
                <a:lnTo>
                  <a:pt x="90436" y="164312"/>
                </a:lnTo>
                <a:lnTo>
                  <a:pt x="85102" y="175145"/>
                </a:lnTo>
                <a:lnTo>
                  <a:pt x="73025" y="176949"/>
                </a:lnTo>
                <a:lnTo>
                  <a:pt x="81775" y="185420"/>
                </a:lnTo>
                <a:lnTo>
                  <a:pt x="79692" y="197307"/>
                </a:lnTo>
                <a:lnTo>
                  <a:pt x="90436" y="191693"/>
                </a:lnTo>
                <a:lnTo>
                  <a:pt x="101180" y="197307"/>
                </a:lnTo>
                <a:lnTo>
                  <a:pt x="99085" y="185420"/>
                </a:lnTo>
                <a:lnTo>
                  <a:pt x="107835" y="176949"/>
                </a:lnTo>
                <a:close/>
              </a:path>
              <a:path w="363854" h="416559" extrusionOk="0">
                <a:moveTo>
                  <a:pt x="144348" y="341261"/>
                </a:moveTo>
                <a:lnTo>
                  <a:pt x="132270" y="339458"/>
                </a:lnTo>
                <a:lnTo>
                  <a:pt x="126949" y="328612"/>
                </a:lnTo>
                <a:lnTo>
                  <a:pt x="121615" y="339458"/>
                </a:lnTo>
                <a:lnTo>
                  <a:pt x="109537" y="341261"/>
                </a:lnTo>
                <a:lnTo>
                  <a:pt x="118287" y="349719"/>
                </a:lnTo>
                <a:lnTo>
                  <a:pt x="116205" y="361607"/>
                </a:lnTo>
                <a:lnTo>
                  <a:pt x="126949" y="355993"/>
                </a:lnTo>
                <a:lnTo>
                  <a:pt x="137693" y="361607"/>
                </a:lnTo>
                <a:lnTo>
                  <a:pt x="135597" y="349719"/>
                </a:lnTo>
                <a:lnTo>
                  <a:pt x="144348" y="341261"/>
                </a:lnTo>
                <a:close/>
              </a:path>
              <a:path w="363854" h="416559" extrusionOk="0">
                <a:moveTo>
                  <a:pt x="144348" y="231724"/>
                </a:moveTo>
                <a:lnTo>
                  <a:pt x="132270" y="229920"/>
                </a:lnTo>
                <a:lnTo>
                  <a:pt x="126949" y="219075"/>
                </a:lnTo>
                <a:lnTo>
                  <a:pt x="121615" y="229920"/>
                </a:lnTo>
                <a:lnTo>
                  <a:pt x="109537" y="231724"/>
                </a:lnTo>
                <a:lnTo>
                  <a:pt x="118287" y="240182"/>
                </a:lnTo>
                <a:lnTo>
                  <a:pt x="116205" y="252069"/>
                </a:lnTo>
                <a:lnTo>
                  <a:pt x="126949" y="246456"/>
                </a:lnTo>
                <a:lnTo>
                  <a:pt x="137693" y="252069"/>
                </a:lnTo>
                <a:lnTo>
                  <a:pt x="135597" y="240182"/>
                </a:lnTo>
                <a:lnTo>
                  <a:pt x="144348" y="231724"/>
                </a:lnTo>
                <a:close/>
              </a:path>
              <a:path w="363854" h="416559" extrusionOk="0">
                <a:moveTo>
                  <a:pt x="144348" y="122186"/>
                </a:moveTo>
                <a:lnTo>
                  <a:pt x="132270" y="120383"/>
                </a:lnTo>
                <a:lnTo>
                  <a:pt x="126949" y="109537"/>
                </a:lnTo>
                <a:lnTo>
                  <a:pt x="121615" y="120383"/>
                </a:lnTo>
                <a:lnTo>
                  <a:pt x="109537" y="122186"/>
                </a:lnTo>
                <a:lnTo>
                  <a:pt x="118287" y="130644"/>
                </a:lnTo>
                <a:lnTo>
                  <a:pt x="116205" y="142532"/>
                </a:lnTo>
                <a:lnTo>
                  <a:pt x="126949" y="136918"/>
                </a:lnTo>
                <a:lnTo>
                  <a:pt x="137693" y="142532"/>
                </a:lnTo>
                <a:lnTo>
                  <a:pt x="135597" y="130644"/>
                </a:lnTo>
                <a:lnTo>
                  <a:pt x="144348" y="122186"/>
                </a:lnTo>
                <a:close/>
              </a:path>
              <a:path w="363854" h="416559" extrusionOk="0">
                <a:moveTo>
                  <a:pt x="180860" y="396024"/>
                </a:moveTo>
                <a:lnTo>
                  <a:pt x="168783" y="394220"/>
                </a:lnTo>
                <a:lnTo>
                  <a:pt x="163461" y="383387"/>
                </a:lnTo>
                <a:lnTo>
                  <a:pt x="158127" y="394220"/>
                </a:lnTo>
                <a:lnTo>
                  <a:pt x="146050" y="396024"/>
                </a:lnTo>
                <a:lnTo>
                  <a:pt x="154800" y="404495"/>
                </a:lnTo>
                <a:lnTo>
                  <a:pt x="152717" y="416382"/>
                </a:lnTo>
                <a:lnTo>
                  <a:pt x="163461" y="410768"/>
                </a:lnTo>
                <a:lnTo>
                  <a:pt x="174205" y="416382"/>
                </a:lnTo>
                <a:lnTo>
                  <a:pt x="172110" y="404495"/>
                </a:lnTo>
                <a:lnTo>
                  <a:pt x="180860" y="396024"/>
                </a:lnTo>
                <a:close/>
              </a:path>
              <a:path w="363854" h="416559" extrusionOk="0">
                <a:moveTo>
                  <a:pt x="180860" y="286486"/>
                </a:moveTo>
                <a:lnTo>
                  <a:pt x="168783" y="284683"/>
                </a:lnTo>
                <a:lnTo>
                  <a:pt x="163461" y="273850"/>
                </a:lnTo>
                <a:lnTo>
                  <a:pt x="158127" y="284683"/>
                </a:lnTo>
                <a:lnTo>
                  <a:pt x="146050" y="286486"/>
                </a:lnTo>
                <a:lnTo>
                  <a:pt x="154800" y="294957"/>
                </a:lnTo>
                <a:lnTo>
                  <a:pt x="152717" y="306844"/>
                </a:lnTo>
                <a:lnTo>
                  <a:pt x="163461" y="301231"/>
                </a:lnTo>
                <a:lnTo>
                  <a:pt x="174205" y="306844"/>
                </a:lnTo>
                <a:lnTo>
                  <a:pt x="172110" y="294957"/>
                </a:lnTo>
                <a:lnTo>
                  <a:pt x="180860" y="286486"/>
                </a:lnTo>
                <a:close/>
              </a:path>
              <a:path w="363854" h="416559" extrusionOk="0">
                <a:moveTo>
                  <a:pt x="180860" y="176949"/>
                </a:moveTo>
                <a:lnTo>
                  <a:pt x="168783" y="175145"/>
                </a:lnTo>
                <a:lnTo>
                  <a:pt x="163461" y="164312"/>
                </a:lnTo>
                <a:lnTo>
                  <a:pt x="158127" y="175145"/>
                </a:lnTo>
                <a:lnTo>
                  <a:pt x="146050" y="176949"/>
                </a:lnTo>
                <a:lnTo>
                  <a:pt x="154800" y="185420"/>
                </a:lnTo>
                <a:lnTo>
                  <a:pt x="152717" y="197307"/>
                </a:lnTo>
                <a:lnTo>
                  <a:pt x="163461" y="191693"/>
                </a:lnTo>
                <a:lnTo>
                  <a:pt x="174205" y="197307"/>
                </a:lnTo>
                <a:lnTo>
                  <a:pt x="172110" y="185420"/>
                </a:lnTo>
                <a:lnTo>
                  <a:pt x="180860" y="176949"/>
                </a:lnTo>
                <a:close/>
              </a:path>
              <a:path w="363854" h="416559" extrusionOk="0">
                <a:moveTo>
                  <a:pt x="217373" y="341261"/>
                </a:moveTo>
                <a:lnTo>
                  <a:pt x="205295" y="339458"/>
                </a:lnTo>
                <a:lnTo>
                  <a:pt x="199974" y="328612"/>
                </a:lnTo>
                <a:lnTo>
                  <a:pt x="194640" y="339458"/>
                </a:lnTo>
                <a:lnTo>
                  <a:pt x="182562" y="341261"/>
                </a:lnTo>
                <a:lnTo>
                  <a:pt x="191312" y="349719"/>
                </a:lnTo>
                <a:lnTo>
                  <a:pt x="189230" y="361607"/>
                </a:lnTo>
                <a:lnTo>
                  <a:pt x="199974" y="355993"/>
                </a:lnTo>
                <a:lnTo>
                  <a:pt x="210718" y="361607"/>
                </a:lnTo>
                <a:lnTo>
                  <a:pt x="208622" y="349719"/>
                </a:lnTo>
                <a:lnTo>
                  <a:pt x="217373" y="341261"/>
                </a:lnTo>
                <a:close/>
              </a:path>
              <a:path w="363854" h="416559" extrusionOk="0">
                <a:moveTo>
                  <a:pt x="217373" y="231724"/>
                </a:moveTo>
                <a:lnTo>
                  <a:pt x="205295" y="229920"/>
                </a:lnTo>
                <a:lnTo>
                  <a:pt x="199974" y="219075"/>
                </a:lnTo>
                <a:lnTo>
                  <a:pt x="194640" y="229920"/>
                </a:lnTo>
                <a:lnTo>
                  <a:pt x="182562" y="231724"/>
                </a:lnTo>
                <a:lnTo>
                  <a:pt x="191312" y="240182"/>
                </a:lnTo>
                <a:lnTo>
                  <a:pt x="189230" y="252069"/>
                </a:lnTo>
                <a:lnTo>
                  <a:pt x="199974" y="246456"/>
                </a:lnTo>
                <a:lnTo>
                  <a:pt x="210718" y="252069"/>
                </a:lnTo>
                <a:lnTo>
                  <a:pt x="208622" y="240182"/>
                </a:lnTo>
                <a:lnTo>
                  <a:pt x="217373" y="231724"/>
                </a:lnTo>
                <a:close/>
              </a:path>
              <a:path w="363854" h="416559" extrusionOk="0">
                <a:moveTo>
                  <a:pt x="217373" y="122186"/>
                </a:moveTo>
                <a:lnTo>
                  <a:pt x="205295" y="120383"/>
                </a:lnTo>
                <a:lnTo>
                  <a:pt x="199974" y="109537"/>
                </a:lnTo>
                <a:lnTo>
                  <a:pt x="194640" y="120383"/>
                </a:lnTo>
                <a:lnTo>
                  <a:pt x="182562" y="122186"/>
                </a:lnTo>
                <a:lnTo>
                  <a:pt x="191312" y="130644"/>
                </a:lnTo>
                <a:lnTo>
                  <a:pt x="189230" y="142532"/>
                </a:lnTo>
                <a:lnTo>
                  <a:pt x="199974" y="136918"/>
                </a:lnTo>
                <a:lnTo>
                  <a:pt x="210718" y="142532"/>
                </a:lnTo>
                <a:lnTo>
                  <a:pt x="208622" y="130644"/>
                </a:lnTo>
                <a:lnTo>
                  <a:pt x="217373" y="122186"/>
                </a:lnTo>
                <a:close/>
              </a:path>
              <a:path w="363854" h="416559" extrusionOk="0">
                <a:moveTo>
                  <a:pt x="253885" y="396024"/>
                </a:moveTo>
                <a:lnTo>
                  <a:pt x="241808" y="394220"/>
                </a:lnTo>
                <a:lnTo>
                  <a:pt x="236486" y="383387"/>
                </a:lnTo>
                <a:lnTo>
                  <a:pt x="231152" y="394220"/>
                </a:lnTo>
                <a:lnTo>
                  <a:pt x="219075" y="396024"/>
                </a:lnTo>
                <a:lnTo>
                  <a:pt x="227825" y="404495"/>
                </a:lnTo>
                <a:lnTo>
                  <a:pt x="225742" y="416382"/>
                </a:lnTo>
                <a:lnTo>
                  <a:pt x="236486" y="410768"/>
                </a:lnTo>
                <a:lnTo>
                  <a:pt x="247230" y="416382"/>
                </a:lnTo>
                <a:lnTo>
                  <a:pt x="245135" y="404495"/>
                </a:lnTo>
                <a:lnTo>
                  <a:pt x="253885" y="396024"/>
                </a:lnTo>
                <a:close/>
              </a:path>
              <a:path w="363854" h="416559" extrusionOk="0">
                <a:moveTo>
                  <a:pt x="253885" y="286486"/>
                </a:moveTo>
                <a:lnTo>
                  <a:pt x="241808" y="284683"/>
                </a:lnTo>
                <a:lnTo>
                  <a:pt x="236486" y="273850"/>
                </a:lnTo>
                <a:lnTo>
                  <a:pt x="231152" y="284683"/>
                </a:lnTo>
                <a:lnTo>
                  <a:pt x="219075" y="286486"/>
                </a:lnTo>
                <a:lnTo>
                  <a:pt x="227825" y="294957"/>
                </a:lnTo>
                <a:lnTo>
                  <a:pt x="225742" y="306844"/>
                </a:lnTo>
                <a:lnTo>
                  <a:pt x="236486" y="301231"/>
                </a:lnTo>
                <a:lnTo>
                  <a:pt x="247230" y="306844"/>
                </a:lnTo>
                <a:lnTo>
                  <a:pt x="245135" y="294957"/>
                </a:lnTo>
                <a:lnTo>
                  <a:pt x="253885" y="286486"/>
                </a:lnTo>
                <a:close/>
              </a:path>
              <a:path w="363854" h="416559" extrusionOk="0">
                <a:moveTo>
                  <a:pt x="253885" y="176949"/>
                </a:moveTo>
                <a:lnTo>
                  <a:pt x="241808" y="175145"/>
                </a:lnTo>
                <a:lnTo>
                  <a:pt x="236486" y="164312"/>
                </a:lnTo>
                <a:lnTo>
                  <a:pt x="231152" y="175145"/>
                </a:lnTo>
                <a:lnTo>
                  <a:pt x="219075" y="176949"/>
                </a:lnTo>
                <a:lnTo>
                  <a:pt x="227825" y="185420"/>
                </a:lnTo>
                <a:lnTo>
                  <a:pt x="225742" y="197307"/>
                </a:lnTo>
                <a:lnTo>
                  <a:pt x="236486" y="191693"/>
                </a:lnTo>
                <a:lnTo>
                  <a:pt x="247230" y="197307"/>
                </a:lnTo>
                <a:lnTo>
                  <a:pt x="245135" y="185420"/>
                </a:lnTo>
                <a:lnTo>
                  <a:pt x="253885" y="176949"/>
                </a:lnTo>
                <a:close/>
              </a:path>
              <a:path w="363854" h="416559" extrusionOk="0">
                <a:moveTo>
                  <a:pt x="253885" y="67411"/>
                </a:moveTo>
                <a:lnTo>
                  <a:pt x="241808" y="65608"/>
                </a:lnTo>
                <a:lnTo>
                  <a:pt x="236486" y="54775"/>
                </a:lnTo>
                <a:lnTo>
                  <a:pt x="231152" y="65608"/>
                </a:lnTo>
                <a:lnTo>
                  <a:pt x="219075" y="67411"/>
                </a:lnTo>
                <a:lnTo>
                  <a:pt x="227825" y="75882"/>
                </a:lnTo>
                <a:lnTo>
                  <a:pt x="225742" y="87769"/>
                </a:lnTo>
                <a:lnTo>
                  <a:pt x="236486" y="82156"/>
                </a:lnTo>
                <a:lnTo>
                  <a:pt x="247230" y="87769"/>
                </a:lnTo>
                <a:lnTo>
                  <a:pt x="245135" y="75882"/>
                </a:lnTo>
                <a:lnTo>
                  <a:pt x="253885" y="67411"/>
                </a:lnTo>
                <a:close/>
              </a:path>
              <a:path w="363854" h="416559" extrusionOk="0">
                <a:moveTo>
                  <a:pt x="290398" y="341261"/>
                </a:moveTo>
                <a:lnTo>
                  <a:pt x="278320" y="339458"/>
                </a:lnTo>
                <a:lnTo>
                  <a:pt x="272999" y="328612"/>
                </a:lnTo>
                <a:lnTo>
                  <a:pt x="267665" y="339458"/>
                </a:lnTo>
                <a:lnTo>
                  <a:pt x="255587" y="341261"/>
                </a:lnTo>
                <a:lnTo>
                  <a:pt x="264337" y="349719"/>
                </a:lnTo>
                <a:lnTo>
                  <a:pt x="262255" y="361607"/>
                </a:lnTo>
                <a:lnTo>
                  <a:pt x="272999" y="355993"/>
                </a:lnTo>
                <a:lnTo>
                  <a:pt x="283743" y="361607"/>
                </a:lnTo>
                <a:lnTo>
                  <a:pt x="281647" y="349719"/>
                </a:lnTo>
                <a:lnTo>
                  <a:pt x="290398" y="341261"/>
                </a:lnTo>
                <a:close/>
              </a:path>
              <a:path w="363854" h="416559" extrusionOk="0">
                <a:moveTo>
                  <a:pt x="290398" y="231724"/>
                </a:moveTo>
                <a:lnTo>
                  <a:pt x="278320" y="229920"/>
                </a:lnTo>
                <a:lnTo>
                  <a:pt x="272999" y="219075"/>
                </a:lnTo>
                <a:lnTo>
                  <a:pt x="267665" y="229920"/>
                </a:lnTo>
                <a:lnTo>
                  <a:pt x="255587" y="231724"/>
                </a:lnTo>
                <a:lnTo>
                  <a:pt x="264337" y="240182"/>
                </a:lnTo>
                <a:lnTo>
                  <a:pt x="262255" y="252069"/>
                </a:lnTo>
                <a:lnTo>
                  <a:pt x="272999" y="246456"/>
                </a:lnTo>
                <a:lnTo>
                  <a:pt x="283743" y="252069"/>
                </a:lnTo>
                <a:lnTo>
                  <a:pt x="281647" y="240182"/>
                </a:lnTo>
                <a:lnTo>
                  <a:pt x="290398" y="231724"/>
                </a:lnTo>
                <a:close/>
              </a:path>
              <a:path w="363854" h="416559" extrusionOk="0">
                <a:moveTo>
                  <a:pt x="290398" y="122186"/>
                </a:moveTo>
                <a:lnTo>
                  <a:pt x="278320" y="120383"/>
                </a:lnTo>
                <a:lnTo>
                  <a:pt x="272999" y="109537"/>
                </a:lnTo>
                <a:lnTo>
                  <a:pt x="267665" y="120383"/>
                </a:lnTo>
                <a:lnTo>
                  <a:pt x="255587" y="122186"/>
                </a:lnTo>
                <a:lnTo>
                  <a:pt x="264337" y="130644"/>
                </a:lnTo>
                <a:lnTo>
                  <a:pt x="262255" y="142532"/>
                </a:lnTo>
                <a:lnTo>
                  <a:pt x="272999" y="136918"/>
                </a:lnTo>
                <a:lnTo>
                  <a:pt x="283743" y="142532"/>
                </a:lnTo>
                <a:lnTo>
                  <a:pt x="281647" y="130644"/>
                </a:lnTo>
                <a:lnTo>
                  <a:pt x="290398" y="122186"/>
                </a:lnTo>
                <a:close/>
              </a:path>
              <a:path w="363854" h="416559" extrusionOk="0">
                <a:moveTo>
                  <a:pt x="326910" y="396024"/>
                </a:moveTo>
                <a:lnTo>
                  <a:pt x="314833" y="394220"/>
                </a:lnTo>
                <a:lnTo>
                  <a:pt x="309511" y="383387"/>
                </a:lnTo>
                <a:lnTo>
                  <a:pt x="304177" y="394220"/>
                </a:lnTo>
                <a:lnTo>
                  <a:pt x="292100" y="396024"/>
                </a:lnTo>
                <a:lnTo>
                  <a:pt x="300850" y="404495"/>
                </a:lnTo>
                <a:lnTo>
                  <a:pt x="298767" y="416382"/>
                </a:lnTo>
                <a:lnTo>
                  <a:pt x="309511" y="410768"/>
                </a:lnTo>
                <a:lnTo>
                  <a:pt x="320255" y="416382"/>
                </a:lnTo>
                <a:lnTo>
                  <a:pt x="318160" y="404495"/>
                </a:lnTo>
                <a:lnTo>
                  <a:pt x="326910" y="396024"/>
                </a:lnTo>
                <a:close/>
              </a:path>
              <a:path w="363854" h="416559" extrusionOk="0">
                <a:moveTo>
                  <a:pt x="326910" y="286486"/>
                </a:moveTo>
                <a:lnTo>
                  <a:pt x="314833" y="284683"/>
                </a:lnTo>
                <a:lnTo>
                  <a:pt x="309511" y="273850"/>
                </a:lnTo>
                <a:lnTo>
                  <a:pt x="304177" y="284683"/>
                </a:lnTo>
                <a:lnTo>
                  <a:pt x="292100" y="286486"/>
                </a:lnTo>
                <a:lnTo>
                  <a:pt x="300850" y="294957"/>
                </a:lnTo>
                <a:lnTo>
                  <a:pt x="298767" y="306844"/>
                </a:lnTo>
                <a:lnTo>
                  <a:pt x="309511" y="301231"/>
                </a:lnTo>
                <a:lnTo>
                  <a:pt x="320255" y="306844"/>
                </a:lnTo>
                <a:lnTo>
                  <a:pt x="318160" y="294957"/>
                </a:lnTo>
                <a:lnTo>
                  <a:pt x="326910" y="286486"/>
                </a:lnTo>
                <a:close/>
              </a:path>
              <a:path w="363854" h="416559" extrusionOk="0">
                <a:moveTo>
                  <a:pt x="326910" y="176949"/>
                </a:moveTo>
                <a:lnTo>
                  <a:pt x="314833" y="175145"/>
                </a:lnTo>
                <a:lnTo>
                  <a:pt x="309511" y="164312"/>
                </a:lnTo>
                <a:lnTo>
                  <a:pt x="304177" y="175145"/>
                </a:lnTo>
                <a:lnTo>
                  <a:pt x="292100" y="176949"/>
                </a:lnTo>
                <a:lnTo>
                  <a:pt x="300850" y="185420"/>
                </a:lnTo>
                <a:lnTo>
                  <a:pt x="298767" y="197307"/>
                </a:lnTo>
                <a:lnTo>
                  <a:pt x="309511" y="191693"/>
                </a:lnTo>
                <a:lnTo>
                  <a:pt x="320255" y="197307"/>
                </a:lnTo>
                <a:lnTo>
                  <a:pt x="318160" y="185420"/>
                </a:lnTo>
                <a:lnTo>
                  <a:pt x="326910" y="176949"/>
                </a:lnTo>
                <a:close/>
              </a:path>
              <a:path w="363854" h="416559" extrusionOk="0">
                <a:moveTo>
                  <a:pt x="326910" y="67411"/>
                </a:moveTo>
                <a:lnTo>
                  <a:pt x="314833" y="65608"/>
                </a:lnTo>
                <a:lnTo>
                  <a:pt x="309511" y="54775"/>
                </a:lnTo>
                <a:lnTo>
                  <a:pt x="304177" y="65608"/>
                </a:lnTo>
                <a:lnTo>
                  <a:pt x="292100" y="67411"/>
                </a:lnTo>
                <a:lnTo>
                  <a:pt x="300850" y="75882"/>
                </a:lnTo>
                <a:lnTo>
                  <a:pt x="298767" y="87769"/>
                </a:lnTo>
                <a:lnTo>
                  <a:pt x="309511" y="82156"/>
                </a:lnTo>
                <a:lnTo>
                  <a:pt x="320255" y="87769"/>
                </a:lnTo>
                <a:lnTo>
                  <a:pt x="318160" y="75882"/>
                </a:lnTo>
                <a:lnTo>
                  <a:pt x="326910" y="67411"/>
                </a:lnTo>
                <a:close/>
              </a:path>
              <a:path w="363854" h="416559" extrusionOk="0">
                <a:moveTo>
                  <a:pt x="363423" y="341261"/>
                </a:moveTo>
                <a:lnTo>
                  <a:pt x="351345" y="339458"/>
                </a:lnTo>
                <a:lnTo>
                  <a:pt x="346024" y="328612"/>
                </a:lnTo>
                <a:lnTo>
                  <a:pt x="340690" y="339458"/>
                </a:lnTo>
                <a:lnTo>
                  <a:pt x="328612" y="341261"/>
                </a:lnTo>
                <a:lnTo>
                  <a:pt x="337362" y="349719"/>
                </a:lnTo>
                <a:lnTo>
                  <a:pt x="335280" y="361607"/>
                </a:lnTo>
                <a:lnTo>
                  <a:pt x="346024" y="355993"/>
                </a:lnTo>
                <a:lnTo>
                  <a:pt x="356768" y="361607"/>
                </a:lnTo>
                <a:lnTo>
                  <a:pt x="354672" y="349719"/>
                </a:lnTo>
                <a:lnTo>
                  <a:pt x="363423" y="341261"/>
                </a:lnTo>
                <a:close/>
              </a:path>
              <a:path w="363854" h="416559" extrusionOk="0">
                <a:moveTo>
                  <a:pt x="363423" y="231724"/>
                </a:moveTo>
                <a:lnTo>
                  <a:pt x="351345" y="229920"/>
                </a:lnTo>
                <a:lnTo>
                  <a:pt x="346024" y="219075"/>
                </a:lnTo>
                <a:lnTo>
                  <a:pt x="340690" y="229920"/>
                </a:lnTo>
                <a:lnTo>
                  <a:pt x="328612" y="231724"/>
                </a:lnTo>
                <a:lnTo>
                  <a:pt x="337362" y="240182"/>
                </a:lnTo>
                <a:lnTo>
                  <a:pt x="335280" y="252069"/>
                </a:lnTo>
                <a:lnTo>
                  <a:pt x="346024" y="246456"/>
                </a:lnTo>
                <a:lnTo>
                  <a:pt x="356768" y="252069"/>
                </a:lnTo>
                <a:lnTo>
                  <a:pt x="354672" y="240182"/>
                </a:lnTo>
                <a:lnTo>
                  <a:pt x="363423" y="231724"/>
                </a:lnTo>
                <a:close/>
              </a:path>
              <a:path w="363854" h="416559" extrusionOk="0">
                <a:moveTo>
                  <a:pt x="363423" y="122186"/>
                </a:moveTo>
                <a:lnTo>
                  <a:pt x="351345" y="120383"/>
                </a:lnTo>
                <a:lnTo>
                  <a:pt x="346024" y="109537"/>
                </a:lnTo>
                <a:lnTo>
                  <a:pt x="340690" y="120383"/>
                </a:lnTo>
                <a:lnTo>
                  <a:pt x="328612" y="122186"/>
                </a:lnTo>
                <a:lnTo>
                  <a:pt x="337362" y="130644"/>
                </a:lnTo>
                <a:lnTo>
                  <a:pt x="335280" y="142532"/>
                </a:lnTo>
                <a:lnTo>
                  <a:pt x="346024" y="136918"/>
                </a:lnTo>
                <a:lnTo>
                  <a:pt x="356768" y="142532"/>
                </a:lnTo>
                <a:lnTo>
                  <a:pt x="354672" y="130644"/>
                </a:lnTo>
                <a:lnTo>
                  <a:pt x="363423" y="122186"/>
                </a:lnTo>
                <a:close/>
              </a:path>
              <a:path w="363854" h="416559" extrusionOk="0">
                <a:moveTo>
                  <a:pt x="363423" y="12649"/>
                </a:moveTo>
                <a:lnTo>
                  <a:pt x="351345" y="10845"/>
                </a:lnTo>
                <a:lnTo>
                  <a:pt x="346024" y="0"/>
                </a:lnTo>
                <a:lnTo>
                  <a:pt x="340690" y="10845"/>
                </a:lnTo>
                <a:lnTo>
                  <a:pt x="328612" y="12649"/>
                </a:lnTo>
                <a:lnTo>
                  <a:pt x="337362" y="21107"/>
                </a:lnTo>
                <a:lnTo>
                  <a:pt x="335280" y="32994"/>
                </a:lnTo>
                <a:lnTo>
                  <a:pt x="346024" y="27381"/>
                </a:lnTo>
                <a:lnTo>
                  <a:pt x="356768" y="32994"/>
                </a:lnTo>
                <a:lnTo>
                  <a:pt x="354672" y="21107"/>
                </a:lnTo>
                <a:lnTo>
                  <a:pt x="363423" y="1264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3342132" y="5220462"/>
            <a:ext cx="3145536" cy="280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dt" idx="10"/>
          </p:nvPr>
        </p:nvSpPr>
        <p:spPr>
          <a:xfrm>
            <a:off x="491490" y="5220462"/>
            <a:ext cx="2260854" cy="280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sldNum" idx="12"/>
          </p:nvPr>
        </p:nvSpPr>
        <p:spPr>
          <a:xfrm>
            <a:off x="7077456" y="5220462"/>
            <a:ext cx="2260854" cy="280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177887" y="82007"/>
            <a:ext cx="9474024" cy="74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7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292222" y="2318391"/>
            <a:ext cx="9245355" cy="1928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ftr" idx="11"/>
          </p:nvPr>
        </p:nvSpPr>
        <p:spPr>
          <a:xfrm>
            <a:off x="3342132" y="5220462"/>
            <a:ext cx="3145536" cy="280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8"/>
          <p:cNvSpPr txBox="1">
            <a:spLocks noGrp="1"/>
          </p:cNvSpPr>
          <p:nvPr>
            <p:ph type="dt" idx="10"/>
          </p:nvPr>
        </p:nvSpPr>
        <p:spPr>
          <a:xfrm>
            <a:off x="491490" y="5220462"/>
            <a:ext cx="2260854" cy="280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8"/>
          <p:cNvSpPr txBox="1">
            <a:spLocks noGrp="1"/>
          </p:cNvSpPr>
          <p:nvPr>
            <p:ph type="sldNum" idx="12"/>
          </p:nvPr>
        </p:nvSpPr>
        <p:spPr>
          <a:xfrm>
            <a:off x="7077456" y="5220462"/>
            <a:ext cx="2260854" cy="280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"/>
          <p:cNvSpPr txBox="1">
            <a:spLocks noGrp="1"/>
          </p:cNvSpPr>
          <p:nvPr>
            <p:ph type="ctrTitle"/>
          </p:nvPr>
        </p:nvSpPr>
        <p:spPr>
          <a:xfrm>
            <a:off x="737235" y="1740154"/>
            <a:ext cx="8355330" cy="1178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"/>
          <p:cNvSpPr txBox="1">
            <a:spLocks noGrp="1"/>
          </p:cNvSpPr>
          <p:nvPr>
            <p:ph type="subTitle" idx="1"/>
          </p:nvPr>
        </p:nvSpPr>
        <p:spPr>
          <a:xfrm>
            <a:off x="1474470" y="3143504"/>
            <a:ext cx="6880860" cy="140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1" name="Google Shape;7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87"/>
            <a:ext cx="9829800" cy="561022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"/>
          <p:cNvSpPr/>
          <p:nvPr/>
        </p:nvSpPr>
        <p:spPr>
          <a:xfrm>
            <a:off x="0" y="139700"/>
            <a:ext cx="3505200" cy="1375918"/>
          </a:xfrm>
          <a:prstGeom prst="parallelogram">
            <a:avLst>
              <a:gd name="adj" fmla="val 25000"/>
            </a:avLst>
          </a:prstGeom>
          <a:solidFill>
            <a:srgbClr val="731A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" name="Google Shape;73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575" y="34925"/>
            <a:ext cx="2366113" cy="9299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 l="19647" t="12445" r="23649" b="11777"/>
          <a:stretch/>
        </p:blipFill>
        <p:spPr>
          <a:xfrm>
            <a:off x="8405749" y="591043"/>
            <a:ext cx="1373428" cy="1835409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2"/>
          <p:cNvSpPr/>
          <p:nvPr/>
        </p:nvSpPr>
        <p:spPr>
          <a:xfrm>
            <a:off x="8941717" y="45548"/>
            <a:ext cx="837460" cy="482400"/>
          </a:xfrm>
          <a:prstGeom prst="rect">
            <a:avLst/>
          </a:prstGeom>
          <a:solidFill>
            <a:srgbClr val="FF0000"/>
          </a:solidFill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6930821" y="45559"/>
            <a:ext cx="837460" cy="482379"/>
          </a:xfrm>
          <a:prstGeom prst="rect">
            <a:avLst/>
          </a:prstGeom>
          <a:solidFill>
            <a:srgbClr val="92D050"/>
          </a:solidFill>
          <a:ln w="25400" cap="flat" cmpd="sng">
            <a:solidFill>
              <a:srgbClr val="769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1" name="Google Shape;81;p2"/>
          <p:cNvGrpSpPr/>
          <p:nvPr/>
        </p:nvGrpSpPr>
        <p:grpSpPr>
          <a:xfrm>
            <a:off x="0" y="0"/>
            <a:ext cx="9830021" cy="1172821"/>
            <a:chOff x="0" y="0"/>
            <a:chExt cx="9830021" cy="1172821"/>
          </a:xfrm>
        </p:grpSpPr>
        <p:sp>
          <p:nvSpPr>
            <p:cNvPr id="82" name="Google Shape;82;p2"/>
            <p:cNvSpPr/>
            <p:nvPr/>
          </p:nvSpPr>
          <p:spPr>
            <a:xfrm>
              <a:off x="1098136" y="572861"/>
              <a:ext cx="8731885" cy="38100"/>
            </a:xfrm>
            <a:custGeom>
              <a:avLst/>
              <a:gdLst/>
              <a:ahLst/>
              <a:cxnLst/>
              <a:rect l="l" t="t" r="r" b="b"/>
              <a:pathLst>
                <a:path w="8731885" h="38100" extrusionOk="0">
                  <a:moveTo>
                    <a:pt x="0" y="0"/>
                  </a:moveTo>
                  <a:lnTo>
                    <a:pt x="8731663" y="0"/>
                  </a:lnTo>
                  <a:lnTo>
                    <a:pt x="8731663" y="38099"/>
                  </a:lnTo>
                  <a:lnTo>
                    <a:pt x="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0" y="107291"/>
              <a:ext cx="4107179" cy="1065530"/>
            </a:xfrm>
            <a:custGeom>
              <a:avLst/>
              <a:gdLst/>
              <a:ahLst/>
              <a:cxnLst/>
              <a:rect l="l" t="t" r="r" b="b"/>
              <a:pathLst>
                <a:path w="4107179" h="1065530" extrusionOk="0">
                  <a:moveTo>
                    <a:pt x="3574283" y="1065401"/>
                  </a:moveTo>
                  <a:lnTo>
                    <a:pt x="0" y="1065401"/>
                  </a:lnTo>
                  <a:lnTo>
                    <a:pt x="0" y="0"/>
                  </a:lnTo>
                  <a:lnTo>
                    <a:pt x="3574282" y="0"/>
                  </a:lnTo>
                  <a:lnTo>
                    <a:pt x="3622768" y="2176"/>
                  </a:lnTo>
                  <a:lnTo>
                    <a:pt x="3670035" y="8582"/>
                  </a:lnTo>
                  <a:lnTo>
                    <a:pt x="3715895" y="19028"/>
                  </a:lnTo>
                  <a:lnTo>
                    <a:pt x="3760158" y="33327"/>
                  </a:lnTo>
                  <a:lnTo>
                    <a:pt x="3802638" y="51290"/>
                  </a:lnTo>
                  <a:lnTo>
                    <a:pt x="3843146" y="72729"/>
                  </a:lnTo>
                  <a:lnTo>
                    <a:pt x="3881494" y="97456"/>
                  </a:lnTo>
                  <a:lnTo>
                    <a:pt x="3917494" y="125284"/>
                  </a:lnTo>
                  <a:lnTo>
                    <a:pt x="3950958" y="156024"/>
                  </a:lnTo>
                  <a:lnTo>
                    <a:pt x="3981698" y="189488"/>
                  </a:lnTo>
                  <a:lnTo>
                    <a:pt x="4009526" y="225488"/>
                  </a:lnTo>
                  <a:lnTo>
                    <a:pt x="4034254" y="263836"/>
                  </a:lnTo>
                  <a:lnTo>
                    <a:pt x="4055693" y="304344"/>
                  </a:lnTo>
                  <a:lnTo>
                    <a:pt x="4073656" y="346824"/>
                  </a:lnTo>
                  <a:lnTo>
                    <a:pt x="4087954" y="391087"/>
                  </a:lnTo>
                  <a:lnTo>
                    <a:pt x="4098400" y="436947"/>
                  </a:lnTo>
                  <a:lnTo>
                    <a:pt x="4104806" y="484214"/>
                  </a:lnTo>
                  <a:lnTo>
                    <a:pt x="4106983" y="532700"/>
                  </a:lnTo>
                  <a:lnTo>
                    <a:pt x="4104806" y="581187"/>
                  </a:lnTo>
                  <a:lnTo>
                    <a:pt x="4098400" y="628454"/>
                  </a:lnTo>
                  <a:lnTo>
                    <a:pt x="4087954" y="674313"/>
                  </a:lnTo>
                  <a:lnTo>
                    <a:pt x="4073656" y="718577"/>
                  </a:lnTo>
                  <a:lnTo>
                    <a:pt x="4055693" y="761057"/>
                  </a:lnTo>
                  <a:lnTo>
                    <a:pt x="4034254" y="801565"/>
                  </a:lnTo>
                  <a:lnTo>
                    <a:pt x="4009526" y="839913"/>
                  </a:lnTo>
                  <a:lnTo>
                    <a:pt x="3981698" y="875913"/>
                  </a:lnTo>
                  <a:lnTo>
                    <a:pt x="3950958" y="909377"/>
                  </a:lnTo>
                  <a:lnTo>
                    <a:pt x="3917494" y="940117"/>
                  </a:lnTo>
                  <a:lnTo>
                    <a:pt x="3881494" y="967945"/>
                  </a:lnTo>
                  <a:lnTo>
                    <a:pt x="3843146" y="992672"/>
                  </a:lnTo>
                  <a:lnTo>
                    <a:pt x="3802638" y="1014111"/>
                  </a:lnTo>
                  <a:lnTo>
                    <a:pt x="3760158" y="1032074"/>
                  </a:lnTo>
                  <a:lnTo>
                    <a:pt x="3715895" y="1046373"/>
                  </a:lnTo>
                  <a:lnTo>
                    <a:pt x="3670035" y="1056819"/>
                  </a:lnTo>
                  <a:lnTo>
                    <a:pt x="3622768" y="1063224"/>
                  </a:lnTo>
                  <a:lnTo>
                    <a:pt x="3574283" y="1065401"/>
                  </a:lnTo>
                  <a:close/>
                </a:path>
              </a:pathLst>
            </a:custGeom>
            <a:solidFill>
              <a:srgbClr val="00006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0" y="0"/>
              <a:ext cx="4122420" cy="1057910"/>
            </a:xfrm>
            <a:custGeom>
              <a:avLst/>
              <a:gdLst/>
              <a:ahLst/>
              <a:cxnLst/>
              <a:rect l="l" t="t" r="r" b="b"/>
              <a:pathLst>
                <a:path w="4122420" h="1057910" extrusionOk="0">
                  <a:moveTo>
                    <a:pt x="3589669" y="1057293"/>
                  </a:moveTo>
                  <a:lnTo>
                    <a:pt x="0" y="1057293"/>
                  </a:lnTo>
                  <a:lnTo>
                    <a:pt x="0" y="0"/>
                  </a:lnTo>
                  <a:lnTo>
                    <a:pt x="3681919" y="0"/>
                  </a:lnTo>
                  <a:lnTo>
                    <a:pt x="3685422" y="474"/>
                  </a:lnTo>
                  <a:lnTo>
                    <a:pt x="3731281" y="10920"/>
                  </a:lnTo>
                  <a:lnTo>
                    <a:pt x="3775545" y="25219"/>
                  </a:lnTo>
                  <a:lnTo>
                    <a:pt x="3818025" y="43182"/>
                  </a:lnTo>
                  <a:lnTo>
                    <a:pt x="3858533" y="64621"/>
                  </a:lnTo>
                  <a:lnTo>
                    <a:pt x="3896881" y="89348"/>
                  </a:lnTo>
                  <a:lnTo>
                    <a:pt x="3932881" y="117176"/>
                  </a:lnTo>
                  <a:lnTo>
                    <a:pt x="3966345" y="147916"/>
                  </a:lnTo>
                  <a:lnTo>
                    <a:pt x="3997085" y="181380"/>
                  </a:lnTo>
                  <a:lnTo>
                    <a:pt x="4024913" y="217380"/>
                  </a:lnTo>
                  <a:lnTo>
                    <a:pt x="4049640" y="255728"/>
                  </a:lnTo>
                  <a:lnTo>
                    <a:pt x="4071079" y="296236"/>
                  </a:lnTo>
                  <a:lnTo>
                    <a:pt x="4089042" y="338716"/>
                  </a:lnTo>
                  <a:lnTo>
                    <a:pt x="4103341" y="382980"/>
                  </a:lnTo>
                  <a:lnTo>
                    <a:pt x="4113787" y="428839"/>
                  </a:lnTo>
                  <a:lnTo>
                    <a:pt x="4120193" y="476106"/>
                  </a:lnTo>
                  <a:lnTo>
                    <a:pt x="4122370" y="524593"/>
                  </a:lnTo>
                  <a:lnTo>
                    <a:pt x="4120193" y="573079"/>
                  </a:lnTo>
                  <a:lnTo>
                    <a:pt x="4113787" y="620346"/>
                  </a:lnTo>
                  <a:lnTo>
                    <a:pt x="4103341" y="666206"/>
                  </a:lnTo>
                  <a:lnTo>
                    <a:pt x="4089042" y="710469"/>
                  </a:lnTo>
                  <a:lnTo>
                    <a:pt x="4071079" y="752949"/>
                  </a:lnTo>
                  <a:lnTo>
                    <a:pt x="4049640" y="793457"/>
                  </a:lnTo>
                  <a:lnTo>
                    <a:pt x="4024913" y="831805"/>
                  </a:lnTo>
                  <a:lnTo>
                    <a:pt x="3997085" y="867805"/>
                  </a:lnTo>
                  <a:lnTo>
                    <a:pt x="3966345" y="901269"/>
                  </a:lnTo>
                  <a:lnTo>
                    <a:pt x="3932881" y="932009"/>
                  </a:lnTo>
                  <a:lnTo>
                    <a:pt x="3896881" y="959837"/>
                  </a:lnTo>
                  <a:lnTo>
                    <a:pt x="3858533" y="984564"/>
                  </a:lnTo>
                  <a:lnTo>
                    <a:pt x="3818025" y="1006003"/>
                  </a:lnTo>
                  <a:lnTo>
                    <a:pt x="3775545" y="1023966"/>
                  </a:lnTo>
                  <a:lnTo>
                    <a:pt x="3731281" y="1038265"/>
                  </a:lnTo>
                  <a:lnTo>
                    <a:pt x="3685422" y="1048711"/>
                  </a:lnTo>
                  <a:lnTo>
                    <a:pt x="3638155" y="1055117"/>
                  </a:lnTo>
                  <a:lnTo>
                    <a:pt x="3589669" y="1057293"/>
                  </a:lnTo>
                  <a:close/>
                </a:path>
              </a:pathLst>
            </a:custGeom>
            <a:solidFill>
              <a:srgbClr val="86131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9" name="Google Shape;89;p2"/>
          <p:cNvSpPr txBox="1">
            <a:spLocks noGrp="1"/>
          </p:cNvSpPr>
          <p:nvPr>
            <p:ph type="title"/>
          </p:nvPr>
        </p:nvSpPr>
        <p:spPr>
          <a:xfrm>
            <a:off x="93635" y="-4592"/>
            <a:ext cx="3822613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000" b="1" dirty="0">
                <a:latin typeface="Arial Black"/>
                <a:ea typeface="Arial Black"/>
                <a:cs typeface="Arial Black"/>
                <a:sym typeface="Arial Black"/>
              </a:rPr>
              <a:t>GREETINGS</a:t>
            </a:r>
            <a:br>
              <a:rPr lang="es-MX" sz="4000" b="1" dirty="0"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MX" sz="4000" b="1" dirty="0">
                <a:solidFill>
                  <a:srgbClr val="FFFF00"/>
                </a:solidFill>
                <a:latin typeface="Arial Black"/>
                <a:ea typeface="Arial Black"/>
                <a:cs typeface="Arial Black"/>
                <a:sym typeface="Arial Black"/>
              </a:rPr>
              <a:t>Saludos</a:t>
            </a:r>
            <a:r>
              <a:rPr lang="es-MX" sz="4000" b="1" dirty="0"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dirty="0"/>
          </a:p>
        </p:txBody>
      </p:sp>
      <p:sp>
        <p:nvSpPr>
          <p:cNvPr id="90" name="Google Shape;90;p2"/>
          <p:cNvSpPr txBox="1"/>
          <p:nvPr/>
        </p:nvSpPr>
        <p:spPr>
          <a:xfrm>
            <a:off x="407735" y="1262443"/>
            <a:ext cx="2297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MX" sz="2800" b="0" i="0" u="none" strike="noStrike" cap="none">
                <a:solidFill>
                  <a:srgbClr val="C00000"/>
                </a:solidFill>
                <a:latin typeface="Arial Black"/>
                <a:ea typeface="Arial Black"/>
                <a:cs typeface="Arial Black"/>
                <a:sym typeface="Arial Black"/>
              </a:rPr>
              <a:t>INFORMAL</a:t>
            </a:r>
            <a:endParaRPr sz="1400" b="0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407734" y="1741550"/>
            <a:ext cx="4383419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b="1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Hello</a:t>
            </a:r>
            <a:r>
              <a:rPr lang="es-MX" sz="2800" b="1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/ </a:t>
            </a:r>
            <a:r>
              <a:rPr lang="es-MX" sz="2800" b="1" i="0" u="none" strike="noStrike" cap="none" dirty="0">
                <a:solidFill>
                  <a:srgbClr val="00B050"/>
                </a:solidFill>
                <a:latin typeface="Arial Black"/>
                <a:ea typeface="Arial Black"/>
                <a:cs typeface="Arial Black"/>
                <a:sym typeface="Arial Black"/>
              </a:rPr>
              <a:t>Hola Formal</a:t>
            </a:r>
            <a:endParaRPr sz="2800" b="1" i="0" u="none" strike="noStrike" cap="none" dirty="0">
              <a:solidFill>
                <a:srgbClr val="00B05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b="1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Hi / </a:t>
            </a:r>
            <a:r>
              <a:rPr lang="es-MX" sz="2800" b="1" i="0" u="none" strike="noStrike" cap="none" dirty="0">
                <a:solidFill>
                  <a:srgbClr val="00B050"/>
                </a:solidFill>
                <a:latin typeface="Arial Black"/>
                <a:ea typeface="Arial Black"/>
                <a:cs typeface="Arial Black"/>
                <a:sym typeface="Arial Black"/>
              </a:rPr>
              <a:t>Hola Informal</a:t>
            </a:r>
            <a:endParaRPr sz="2800" b="1" i="0" u="none" strike="noStrike" cap="none" dirty="0">
              <a:solidFill>
                <a:srgbClr val="00B05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b="1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What´s</a:t>
            </a:r>
            <a:r>
              <a:rPr lang="es-MX" sz="2800" b="1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up / </a:t>
            </a:r>
            <a:r>
              <a:rPr lang="es-MX" sz="2800" b="1" i="0" u="none" strike="noStrike" cap="none" dirty="0">
                <a:solidFill>
                  <a:srgbClr val="00B050"/>
                </a:solidFill>
                <a:latin typeface="Arial Black"/>
                <a:ea typeface="Arial Black"/>
                <a:cs typeface="Arial Black"/>
                <a:sym typeface="Arial Black"/>
              </a:rPr>
              <a:t>Que Onda</a:t>
            </a:r>
            <a:endParaRPr sz="2800" b="1" i="0" u="none" strike="noStrike" cap="none" dirty="0">
              <a:solidFill>
                <a:srgbClr val="00B05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2" name="Google Shape;92;p2"/>
          <p:cNvSpPr txBox="1"/>
          <p:nvPr/>
        </p:nvSpPr>
        <p:spPr>
          <a:xfrm>
            <a:off x="407735" y="3335716"/>
            <a:ext cx="1858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MX" sz="2800" b="0" i="0" u="none" strike="noStrike" cap="none" dirty="0">
                <a:solidFill>
                  <a:srgbClr val="C00000"/>
                </a:solidFill>
                <a:latin typeface="Arial Black"/>
                <a:ea typeface="Arial Black"/>
                <a:cs typeface="Arial Black"/>
                <a:sym typeface="Arial Black"/>
              </a:rPr>
              <a:t>FORMAL</a:t>
            </a:r>
            <a:endParaRPr sz="1400" b="0" i="0" u="none" strike="noStrike" cap="none" dirty="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"/>
          <p:cNvSpPr txBox="1"/>
          <p:nvPr/>
        </p:nvSpPr>
        <p:spPr>
          <a:xfrm>
            <a:off x="-16781" y="3797559"/>
            <a:ext cx="603973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Good </a:t>
            </a:r>
            <a:r>
              <a:rPr lang="es-MX" sz="2000" b="0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morning</a:t>
            </a:r>
            <a:r>
              <a:rPr lang="es-MX" sz="20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/ </a:t>
            </a:r>
            <a:r>
              <a:rPr lang="es-MX" sz="2000" b="0" i="0" u="none" strike="noStrike" cap="none" dirty="0">
                <a:solidFill>
                  <a:srgbClr val="00B050"/>
                </a:solidFill>
                <a:latin typeface="Arial Black"/>
                <a:ea typeface="Arial Black"/>
                <a:cs typeface="Arial Black"/>
                <a:sym typeface="Arial Black"/>
              </a:rPr>
              <a:t>Buenos </a:t>
            </a:r>
            <a:r>
              <a:rPr lang="es-MX" sz="2000" b="0" i="0" u="none" strike="noStrike" cap="none" dirty="0" err="1">
                <a:solidFill>
                  <a:srgbClr val="00B050"/>
                </a:solidFill>
                <a:latin typeface="Arial Black"/>
                <a:ea typeface="Arial Black"/>
                <a:cs typeface="Arial Black"/>
                <a:sym typeface="Arial Black"/>
              </a:rPr>
              <a:t>Dias</a:t>
            </a:r>
            <a:r>
              <a:rPr lang="es-MX" sz="2000" b="0" i="0" u="none" strike="noStrike" cap="none" dirty="0">
                <a:solidFill>
                  <a:srgbClr val="00B05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sz="2000" b="0" i="0" u="none" strike="noStrike" cap="none" dirty="0">
              <a:solidFill>
                <a:srgbClr val="00B05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Good </a:t>
            </a:r>
            <a:r>
              <a:rPr lang="es-MX" sz="2000" b="0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afternoon</a:t>
            </a:r>
            <a:r>
              <a:rPr lang="es-MX" sz="20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 </a:t>
            </a:r>
            <a:r>
              <a:rPr lang="es-MX" sz="2000" b="0" i="0" u="none" strike="noStrike" cap="none" dirty="0">
                <a:solidFill>
                  <a:srgbClr val="00B050"/>
                </a:solidFill>
                <a:latin typeface="Arial Black"/>
                <a:ea typeface="Arial Black"/>
                <a:cs typeface="Arial Black"/>
                <a:sym typeface="Arial Black"/>
              </a:rPr>
              <a:t>Buenas Tardes</a:t>
            </a:r>
            <a:endParaRPr sz="2000" b="0" i="0" u="none" strike="noStrike" cap="none" dirty="0">
              <a:solidFill>
                <a:srgbClr val="00B05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MX" sz="20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Good </a:t>
            </a:r>
            <a:r>
              <a:rPr lang="es-MX" sz="2000" b="0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evening</a:t>
            </a:r>
            <a:r>
              <a:rPr lang="es-MX" sz="20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 </a:t>
            </a:r>
            <a:r>
              <a:rPr lang="es-MX" sz="2000" b="0" i="0" u="none" strike="noStrike" cap="none" dirty="0">
                <a:solidFill>
                  <a:srgbClr val="00B050"/>
                </a:solidFill>
                <a:latin typeface="Arial Black"/>
                <a:ea typeface="Arial Black"/>
                <a:cs typeface="Arial Black"/>
                <a:sym typeface="Arial Black"/>
              </a:rPr>
              <a:t>Buenas Tardes Noches </a:t>
            </a:r>
            <a:endParaRPr sz="2000" b="0" i="0" u="none" strike="noStrike" cap="none" dirty="0">
              <a:solidFill>
                <a:srgbClr val="00B05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4791153" y="3858916"/>
            <a:ext cx="1143000" cy="7067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25400" cap="flat" cmpd="sng">
            <a:solidFill>
              <a:srgbClr val="6324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5288029" y="661601"/>
            <a:ext cx="461033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MX" sz="2800" b="0" i="0" u="none" strike="noStrike" cap="none" dirty="0" err="1">
                <a:solidFill>
                  <a:srgbClr val="C00000"/>
                </a:solidFill>
                <a:latin typeface="Arial Black"/>
                <a:ea typeface="Arial Black"/>
                <a:cs typeface="Arial Black"/>
                <a:sym typeface="Arial Black"/>
              </a:rPr>
              <a:t>How</a:t>
            </a:r>
            <a:r>
              <a:rPr lang="es-MX" sz="2800" b="0" i="0" u="none" strike="noStrike" cap="none" dirty="0">
                <a:solidFill>
                  <a:srgbClr val="C00000"/>
                </a:solidFill>
                <a:latin typeface="Arial Black"/>
                <a:ea typeface="Arial Black"/>
                <a:cs typeface="Arial Black"/>
                <a:sym typeface="Arial Black"/>
              </a:rPr>
              <a:t> are </a:t>
            </a:r>
            <a:r>
              <a:rPr lang="es-MX" sz="2800" b="0" i="0" u="none" strike="noStrike" cap="none" dirty="0" err="1">
                <a:solidFill>
                  <a:srgbClr val="C00000"/>
                </a:solidFill>
                <a:latin typeface="Arial Black"/>
                <a:ea typeface="Arial Black"/>
                <a:cs typeface="Arial Black"/>
                <a:sym typeface="Arial Black"/>
              </a:rPr>
              <a:t>you</a:t>
            </a:r>
            <a:r>
              <a:rPr lang="es-MX" sz="2800" b="0" i="0" u="none" strike="noStrike" cap="none" dirty="0">
                <a:solidFill>
                  <a:srgbClr val="C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s-MX" sz="2800" b="0" i="0" u="none" strike="noStrike" cap="none" dirty="0" err="1">
                <a:solidFill>
                  <a:srgbClr val="C00000"/>
                </a:solidFill>
                <a:latin typeface="Arial Black"/>
                <a:ea typeface="Arial Black"/>
                <a:cs typeface="Arial Black"/>
                <a:sym typeface="Arial Black"/>
              </a:rPr>
              <a:t>doing</a:t>
            </a:r>
            <a:r>
              <a:rPr lang="es-MX" sz="2800" b="0" i="0" u="none" strike="noStrike" cap="none" dirty="0">
                <a:solidFill>
                  <a:srgbClr val="C00000"/>
                </a:solidFill>
                <a:latin typeface="Arial Black"/>
                <a:ea typeface="Arial Black"/>
                <a:cs typeface="Arial Black"/>
                <a:sym typeface="Arial Black"/>
              </a:rPr>
              <a:t>?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MX" sz="2800" b="0" i="0" u="none" strike="noStrike" cap="none" dirty="0">
                <a:solidFill>
                  <a:srgbClr val="00B050"/>
                </a:solidFill>
                <a:latin typeface="Arial Black"/>
                <a:ea typeface="Arial Black"/>
                <a:cs typeface="Arial Black"/>
                <a:sym typeface="Arial Black"/>
              </a:rPr>
              <a:t>Como estas tu?</a:t>
            </a:r>
            <a:endParaRPr sz="2800" b="0" i="0" u="none" strike="noStrike" cap="none" dirty="0">
              <a:solidFill>
                <a:srgbClr val="00B05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4881238" y="1802812"/>
            <a:ext cx="5609588" cy="163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 Black"/>
              <a:buNone/>
            </a:pPr>
            <a:r>
              <a:rPr lang="es-MX" sz="2000" b="0" i="0" u="none" strike="noStrike" cap="none" dirty="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I am fine/ </a:t>
            </a:r>
            <a:r>
              <a:rPr lang="es-MX" sz="2000" b="0" i="0" u="none" strike="noStrike" cap="none" dirty="0">
                <a:solidFill>
                  <a:srgbClr val="00B050"/>
                </a:solidFill>
                <a:latin typeface="Arial Black"/>
                <a:ea typeface="Arial Black"/>
                <a:cs typeface="Arial Black"/>
                <a:sym typeface="Arial Black"/>
              </a:rPr>
              <a:t>Yo estoy bien –Formal </a:t>
            </a:r>
            <a:endParaRPr sz="2000" dirty="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 Black"/>
              <a:buNone/>
            </a:pPr>
            <a:r>
              <a:rPr lang="es-MX" sz="2000" b="0" i="0" u="none" strike="noStrike" cap="none" dirty="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I am ok/ </a:t>
            </a:r>
            <a:r>
              <a:rPr lang="es-MX" sz="2000" b="0" i="0" u="none" strike="noStrike" cap="none" dirty="0">
                <a:solidFill>
                  <a:srgbClr val="00B050"/>
                </a:solidFill>
                <a:latin typeface="Arial Black"/>
                <a:ea typeface="Arial Black"/>
                <a:cs typeface="Arial Black"/>
                <a:sym typeface="Arial Black"/>
              </a:rPr>
              <a:t>Yo estoy bien - Informal</a:t>
            </a:r>
            <a:endParaRPr sz="2000" dirty="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 Black"/>
              <a:buNone/>
            </a:pPr>
            <a:r>
              <a:rPr lang="es-MX" sz="2000" b="0" i="0" u="none" strike="noStrike" cap="none" dirty="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I am </a:t>
            </a:r>
            <a:r>
              <a:rPr lang="es-MX" sz="2000" b="0" i="0" u="none" strike="noStrike" cap="none" dirty="0" err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just</a:t>
            </a:r>
            <a:r>
              <a:rPr lang="es-MX" sz="2000" b="0" i="0" u="none" strike="noStrike" cap="none" dirty="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fine</a:t>
            </a:r>
            <a:r>
              <a:rPr lang="es-MX" sz="2000" dirty="0"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lang="es-MX" sz="2000" b="0" i="0" u="none" strike="noStrike" cap="none" dirty="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s-MX" sz="1600" b="0" i="0" u="none" strike="noStrike" cap="none" dirty="0">
                <a:solidFill>
                  <a:srgbClr val="00B050"/>
                </a:solidFill>
                <a:latin typeface="Arial Black"/>
                <a:ea typeface="Arial Black"/>
                <a:cs typeface="Arial Black"/>
                <a:sym typeface="Arial Black"/>
              </a:rPr>
              <a:t>Yo estoy justamente bien </a:t>
            </a:r>
            <a:endParaRPr sz="2000" dirty="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 Black"/>
              <a:buNone/>
            </a:pPr>
            <a:r>
              <a:rPr lang="es-MX" sz="2000" b="0" i="0" u="none" strike="noStrike" cap="none" dirty="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I am </a:t>
            </a:r>
            <a:r>
              <a:rPr lang="es-MX" sz="2000" b="0" i="0" u="none" strike="noStrike" cap="none" dirty="0" err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great</a:t>
            </a:r>
            <a:r>
              <a:rPr lang="es-MX" sz="2000" b="0" i="0" u="none" strike="noStrike" cap="none" dirty="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 </a:t>
            </a:r>
            <a:r>
              <a:rPr lang="es-MX" sz="2000" b="0" i="0" u="none" strike="noStrike" cap="none" dirty="0">
                <a:solidFill>
                  <a:srgbClr val="00B050"/>
                </a:solidFill>
                <a:latin typeface="Arial Black"/>
                <a:ea typeface="Arial Black"/>
                <a:cs typeface="Arial Black"/>
                <a:sym typeface="Arial Black"/>
              </a:rPr>
              <a:t>Yo estoy genia</a:t>
            </a:r>
            <a:r>
              <a:rPr lang="es-MX" sz="2000" dirty="0">
                <a:solidFill>
                  <a:srgbClr val="00B050"/>
                </a:solidFill>
                <a:latin typeface="Arial Black"/>
                <a:ea typeface="Arial Black"/>
                <a:cs typeface="Arial Black"/>
                <a:sym typeface="Arial Black"/>
              </a:rPr>
              <a:t>l </a:t>
            </a:r>
            <a:endParaRPr sz="2000" dirty="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 Black"/>
              <a:buNone/>
            </a:pPr>
            <a:r>
              <a:rPr lang="es-MX" sz="2000" b="0" i="0" u="none" strike="noStrike" cap="none" dirty="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I am </a:t>
            </a:r>
            <a:r>
              <a:rPr lang="es-MX" sz="2000" b="0" i="0" u="none" strike="noStrike" cap="none" dirty="0" err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not</a:t>
            </a:r>
            <a:r>
              <a:rPr lang="es-MX" sz="2000" b="0" i="0" u="none" strike="noStrike" cap="none" dirty="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s-MX" sz="2000" b="0" i="0" u="none" strike="noStrike" cap="none" dirty="0" err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bad</a:t>
            </a:r>
            <a:r>
              <a:rPr lang="es-MX" sz="2000" b="0" i="0" u="none" strike="noStrike" cap="none" dirty="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/ </a:t>
            </a:r>
            <a:r>
              <a:rPr lang="es-MX" sz="2000" b="0" i="0" u="none" strike="noStrike" cap="none" dirty="0">
                <a:solidFill>
                  <a:srgbClr val="00B050"/>
                </a:solidFill>
                <a:latin typeface="Arial Black"/>
                <a:ea typeface="Arial Black"/>
                <a:cs typeface="Arial Black"/>
                <a:sym typeface="Arial Black"/>
              </a:rPr>
              <a:t>No estoy nada mal </a:t>
            </a:r>
            <a:endParaRPr sz="2000" dirty="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6022949" y="3828336"/>
            <a:ext cx="388110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Arial Black"/>
              <a:buNone/>
            </a:pPr>
            <a:r>
              <a:rPr lang="es-MX" sz="2800" b="0" i="0" u="none" strike="noStrike" cap="none" dirty="0" err="1">
                <a:solidFill>
                  <a:srgbClr val="C00000"/>
                </a:solidFill>
                <a:latin typeface="Arial Black"/>
                <a:ea typeface="Arial Black"/>
                <a:cs typeface="Arial Black"/>
                <a:sym typeface="Arial Black"/>
              </a:rPr>
              <a:t>What</a:t>
            </a:r>
            <a:r>
              <a:rPr lang="es-MX" sz="2800" b="0" i="0" u="none" strike="noStrike" cap="none" dirty="0">
                <a:solidFill>
                  <a:srgbClr val="C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s-MX" sz="2800" b="0" i="0" u="none" strike="noStrike" cap="none" dirty="0" err="1">
                <a:solidFill>
                  <a:srgbClr val="C00000"/>
                </a:solidFill>
                <a:latin typeface="Arial Black"/>
                <a:ea typeface="Arial Black"/>
                <a:cs typeface="Arial Black"/>
                <a:sym typeface="Arial Black"/>
              </a:rPr>
              <a:t>about</a:t>
            </a:r>
            <a:r>
              <a:rPr lang="es-MX" sz="2800" b="0" i="0" u="none" strike="noStrike" cap="none" dirty="0">
                <a:solidFill>
                  <a:srgbClr val="C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s-MX" sz="2800" b="0" i="0" u="none" strike="noStrike" cap="none" dirty="0" err="1">
                <a:solidFill>
                  <a:srgbClr val="C00000"/>
                </a:solidFill>
                <a:latin typeface="Arial Black"/>
                <a:ea typeface="Arial Black"/>
                <a:cs typeface="Arial Black"/>
                <a:sym typeface="Arial Black"/>
              </a:rPr>
              <a:t>you</a:t>
            </a:r>
            <a:r>
              <a:rPr lang="es-MX" sz="2800" b="0" i="0" u="none" strike="noStrike" cap="none" dirty="0">
                <a:solidFill>
                  <a:srgbClr val="C00000"/>
                </a:solidFill>
                <a:latin typeface="Arial Black"/>
                <a:ea typeface="Arial Black"/>
                <a:cs typeface="Arial Black"/>
                <a:sym typeface="Arial Black"/>
              </a:rPr>
              <a:t>?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Arial Black"/>
              <a:buNone/>
            </a:pPr>
            <a:r>
              <a:rPr lang="es-MX" sz="2800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Que Tal tu ? </a:t>
            </a:r>
            <a:endParaRPr lang="es-MX" sz="4400" dirty="0">
              <a:solidFill>
                <a:srgbClr val="00B050"/>
              </a:solidFill>
              <a:latin typeface="Arial Black"/>
              <a:ea typeface="Calibri"/>
              <a:cs typeface="Calibri"/>
              <a:sym typeface="Arial Black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7948731" y="45548"/>
            <a:ext cx="837460" cy="482400"/>
          </a:xfrm>
          <a:prstGeom prst="rect">
            <a:avLst/>
          </a:prstGeom>
          <a:solidFill>
            <a:srgbClr val="FFFF00"/>
          </a:solidFill>
          <a:ln w="254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3"/>
          <p:cNvPicPr preferRelativeResize="0"/>
          <p:nvPr/>
        </p:nvPicPr>
        <p:blipFill rotWithShape="1">
          <a:blip r:embed="rId3">
            <a:alphaModFix/>
          </a:blip>
          <a:srcRect l="10596" t="16250" r="1191"/>
          <a:stretch/>
        </p:blipFill>
        <p:spPr>
          <a:xfrm>
            <a:off x="4751989" y="1019998"/>
            <a:ext cx="3860209" cy="29319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" name="Google Shape;104;p3"/>
          <p:cNvGrpSpPr/>
          <p:nvPr/>
        </p:nvGrpSpPr>
        <p:grpSpPr>
          <a:xfrm>
            <a:off x="0" y="0"/>
            <a:ext cx="9830021" cy="1172821"/>
            <a:chOff x="0" y="0"/>
            <a:chExt cx="9830021" cy="1172821"/>
          </a:xfrm>
        </p:grpSpPr>
        <p:sp>
          <p:nvSpPr>
            <p:cNvPr id="105" name="Google Shape;105;p3"/>
            <p:cNvSpPr/>
            <p:nvPr/>
          </p:nvSpPr>
          <p:spPr>
            <a:xfrm>
              <a:off x="1098136" y="572861"/>
              <a:ext cx="8731885" cy="38100"/>
            </a:xfrm>
            <a:custGeom>
              <a:avLst/>
              <a:gdLst/>
              <a:ahLst/>
              <a:cxnLst/>
              <a:rect l="l" t="t" r="r" b="b"/>
              <a:pathLst>
                <a:path w="8731885" h="38100" extrusionOk="0">
                  <a:moveTo>
                    <a:pt x="0" y="0"/>
                  </a:moveTo>
                  <a:lnTo>
                    <a:pt x="8731663" y="0"/>
                  </a:lnTo>
                  <a:lnTo>
                    <a:pt x="8731663" y="38099"/>
                  </a:lnTo>
                  <a:lnTo>
                    <a:pt x="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0" y="107291"/>
              <a:ext cx="4107179" cy="1065530"/>
            </a:xfrm>
            <a:custGeom>
              <a:avLst/>
              <a:gdLst/>
              <a:ahLst/>
              <a:cxnLst/>
              <a:rect l="l" t="t" r="r" b="b"/>
              <a:pathLst>
                <a:path w="4107179" h="1065530" extrusionOk="0">
                  <a:moveTo>
                    <a:pt x="3574283" y="1065401"/>
                  </a:moveTo>
                  <a:lnTo>
                    <a:pt x="0" y="1065401"/>
                  </a:lnTo>
                  <a:lnTo>
                    <a:pt x="0" y="0"/>
                  </a:lnTo>
                  <a:lnTo>
                    <a:pt x="3574282" y="0"/>
                  </a:lnTo>
                  <a:lnTo>
                    <a:pt x="3622768" y="2176"/>
                  </a:lnTo>
                  <a:lnTo>
                    <a:pt x="3670035" y="8582"/>
                  </a:lnTo>
                  <a:lnTo>
                    <a:pt x="3715895" y="19028"/>
                  </a:lnTo>
                  <a:lnTo>
                    <a:pt x="3760158" y="33327"/>
                  </a:lnTo>
                  <a:lnTo>
                    <a:pt x="3802638" y="51290"/>
                  </a:lnTo>
                  <a:lnTo>
                    <a:pt x="3843146" y="72729"/>
                  </a:lnTo>
                  <a:lnTo>
                    <a:pt x="3881494" y="97456"/>
                  </a:lnTo>
                  <a:lnTo>
                    <a:pt x="3917494" y="125284"/>
                  </a:lnTo>
                  <a:lnTo>
                    <a:pt x="3950958" y="156024"/>
                  </a:lnTo>
                  <a:lnTo>
                    <a:pt x="3981698" y="189488"/>
                  </a:lnTo>
                  <a:lnTo>
                    <a:pt x="4009526" y="225488"/>
                  </a:lnTo>
                  <a:lnTo>
                    <a:pt x="4034254" y="263836"/>
                  </a:lnTo>
                  <a:lnTo>
                    <a:pt x="4055693" y="304344"/>
                  </a:lnTo>
                  <a:lnTo>
                    <a:pt x="4073656" y="346824"/>
                  </a:lnTo>
                  <a:lnTo>
                    <a:pt x="4087954" y="391087"/>
                  </a:lnTo>
                  <a:lnTo>
                    <a:pt x="4098400" y="436947"/>
                  </a:lnTo>
                  <a:lnTo>
                    <a:pt x="4104806" y="484214"/>
                  </a:lnTo>
                  <a:lnTo>
                    <a:pt x="4106983" y="532700"/>
                  </a:lnTo>
                  <a:lnTo>
                    <a:pt x="4104806" y="581187"/>
                  </a:lnTo>
                  <a:lnTo>
                    <a:pt x="4098400" y="628454"/>
                  </a:lnTo>
                  <a:lnTo>
                    <a:pt x="4087954" y="674313"/>
                  </a:lnTo>
                  <a:lnTo>
                    <a:pt x="4073656" y="718577"/>
                  </a:lnTo>
                  <a:lnTo>
                    <a:pt x="4055693" y="761057"/>
                  </a:lnTo>
                  <a:lnTo>
                    <a:pt x="4034254" y="801565"/>
                  </a:lnTo>
                  <a:lnTo>
                    <a:pt x="4009526" y="839913"/>
                  </a:lnTo>
                  <a:lnTo>
                    <a:pt x="3981698" y="875913"/>
                  </a:lnTo>
                  <a:lnTo>
                    <a:pt x="3950958" y="909377"/>
                  </a:lnTo>
                  <a:lnTo>
                    <a:pt x="3917494" y="940117"/>
                  </a:lnTo>
                  <a:lnTo>
                    <a:pt x="3881494" y="967945"/>
                  </a:lnTo>
                  <a:lnTo>
                    <a:pt x="3843146" y="992672"/>
                  </a:lnTo>
                  <a:lnTo>
                    <a:pt x="3802638" y="1014111"/>
                  </a:lnTo>
                  <a:lnTo>
                    <a:pt x="3760158" y="1032074"/>
                  </a:lnTo>
                  <a:lnTo>
                    <a:pt x="3715895" y="1046373"/>
                  </a:lnTo>
                  <a:lnTo>
                    <a:pt x="3670035" y="1056819"/>
                  </a:lnTo>
                  <a:lnTo>
                    <a:pt x="3622768" y="1063224"/>
                  </a:lnTo>
                  <a:lnTo>
                    <a:pt x="3574283" y="1065401"/>
                  </a:lnTo>
                  <a:close/>
                </a:path>
              </a:pathLst>
            </a:custGeom>
            <a:solidFill>
              <a:srgbClr val="00006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0" y="0"/>
              <a:ext cx="6325230" cy="1057910"/>
            </a:xfrm>
            <a:custGeom>
              <a:avLst/>
              <a:gdLst/>
              <a:ahLst/>
              <a:cxnLst/>
              <a:rect l="l" t="t" r="r" b="b"/>
              <a:pathLst>
                <a:path w="4122420" h="1057910" extrusionOk="0">
                  <a:moveTo>
                    <a:pt x="3589669" y="1057293"/>
                  </a:moveTo>
                  <a:lnTo>
                    <a:pt x="0" y="1057293"/>
                  </a:lnTo>
                  <a:lnTo>
                    <a:pt x="0" y="0"/>
                  </a:lnTo>
                  <a:lnTo>
                    <a:pt x="3681919" y="0"/>
                  </a:lnTo>
                  <a:lnTo>
                    <a:pt x="3685422" y="474"/>
                  </a:lnTo>
                  <a:lnTo>
                    <a:pt x="3731281" y="10920"/>
                  </a:lnTo>
                  <a:lnTo>
                    <a:pt x="3775545" y="25219"/>
                  </a:lnTo>
                  <a:lnTo>
                    <a:pt x="3818025" y="43182"/>
                  </a:lnTo>
                  <a:lnTo>
                    <a:pt x="3858533" y="64621"/>
                  </a:lnTo>
                  <a:lnTo>
                    <a:pt x="3896881" y="89348"/>
                  </a:lnTo>
                  <a:lnTo>
                    <a:pt x="3932881" y="117176"/>
                  </a:lnTo>
                  <a:lnTo>
                    <a:pt x="3966345" y="147916"/>
                  </a:lnTo>
                  <a:lnTo>
                    <a:pt x="3997085" y="181380"/>
                  </a:lnTo>
                  <a:lnTo>
                    <a:pt x="4024913" y="217380"/>
                  </a:lnTo>
                  <a:lnTo>
                    <a:pt x="4049640" y="255728"/>
                  </a:lnTo>
                  <a:lnTo>
                    <a:pt x="4071079" y="296236"/>
                  </a:lnTo>
                  <a:lnTo>
                    <a:pt x="4089042" y="338716"/>
                  </a:lnTo>
                  <a:lnTo>
                    <a:pt x="4103341" y="382980"/>
                  </a:lnTo>
                  <a:lnTo>
                    <a:pt x="4113787" y="428839"/>
                  </a:lnTo>
                  <a:lnTo>
                    <a:pt x="4120193" y="476106"/>
                  </a:lnTo>
                  <a:lnTo>
                    <a:pt x="4122370" y="524593"/>
                  </a:lnTo>
                  <a:lnTo>
                    <a:pt x="4120193" y="573079"/>
                  </a:lnTo>
                  <a:lnTo>
                    <a:pt x="4113787" y="620346"/>
                  </a:lnTo>
                  <a:lnTo>
                    <a:pt x="4103341" y="666206"/>
                  </a:lnTo>
                  <a:lnTo>
                    <a:pt x="4089042" y="710469"/>
                  </a:lnTo>
                  <a:lnTo>
                    <a:pt x="4071079" y="752949"/>
                  </a:lnTo>
                  <a:lnTo>
                    <a:pt x="4049640" y="793457"/>
                  </a:lnTo>
                  <a:lnTo>
                    <a:pt x="4024913" y="831805"/>
                  </a:lnTo>
                  <a:lnTo>
                    <a:pt x="3997085" y="867805"/>
                  </a:lnTo>
                  <a:lnTo>
                    <a:pt x="3966345" y="901269"/>
                  </a:lnTo>
                  <a:lnTo>
                    <a:pt x="3932881" y="932009"/>
                  </a:lnTo>
                  <a:lnTo>
                    <a:pt x="3896881" y="959837"/>
                  </a:lnTo>
                  <a:lnTo>
                    <a:pt x="3858533" y="984564"/>
                  </a:lnTo>
                  <a:lnTo>
                    <a:pt x="3818025" y="1006003"/>
                  </a:lnTo>
                  <a:lnTo>
                    <a:pt x="3775545" y="1023966"/>
                  </a:lnTo>
                  <a:lnTo>
                    <a:pt x="3731281" y="1038265"/>
                  </a:lnTo>
                  <a:lnTo>
                    <a:pt x="3685422" y="1048711"/>
                  </a:lnTo>
                  <a:lnTo>
                    <a:pt x="3638155" y="1055117"/>
                  </a:lnTo>
                  <a:lnTo>
                    <a:pt x="3589669" y="1057293"/>
                  </a:lnTo>
                  <a:close/>
                </a:path>
              </a:pathLst>
            </a:custGeom>
            <a:solidFill>
              <a:srgbClr val="86131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8" name="Google Shape;108;p3"/>
          <p:cNvSpPr txBox="1">
            <a:spLocks noGrp="1"/>
          </p:cNvSpPr>
          <p:nvPr>
            <p:ph type="title"/>
          </p:nvPr>
        </p:nvSpPr>
        <p:spPr>
          <a:xfrm>
            <a:off x="243613" y="-51917"/>
            <a:ext cx="5659904" cy="10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6350" rIns="0" bIns="0" anchor="t" anchorCtr="0">
            <a:spAutoFit/>
          </a:bodyPr>
          <a:lstStyle/>
          <a:p>
            <a:pPr marL="12700" marR="5080" lvl="0" indent="0" algn="l" rtl="0">
              <a:lnSpc>
                <a:spcPct val="76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 dirty="0">
                <a:latin typeface="Arial Black"/>
                <a:ea typeface="Arial Black"/>
                <a:cs typeface="Arial Black"/>
                <a:sym typeface="Arial Black"/>
              </a:rPr>
              <a:t>NICE TO MEET YOU/ Un place saludarte </a:t>
            </a:r>
            <a:endParaRPr sz="3600" dirty="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158381" y="1070673"/>
            <a:ext cx="4382365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400"/>
              <a:buFont typeface="Arial Black"/>
              <a:buNone/>
            </a:pPr>
            <a:r>
              <a:rPr lang="es-MX" sz="2400" b="0" i="0" u="none" strike="noStrike" cap="none" dirty="0">
                <a:solidFill>
                  <a:srgbClr val="7030A0"/>
                </a:solidFill>
                <a:latin typeface="Arial Black"/>
                <a:ea typeface="Arial Black"/>
                <a:cs typeface="Arial Black"/>
                <a:sym typeface="Arial Black"/>
              </a:rPr>
              <a:t>A:</a:t>
            </a:r>
            <a:r>
              <a:rPr lang="es-MX" sz="2400" b="0" i="0" u="none" strike="noStrike" cap="none" dirty="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Excuse me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 Black"/>
              <a:buNone/>
            </a:pPr>
            <a:r>
              <a:rPr lang="es-MX" sz="2400" b="0" i="0" u="none" strike="noStrike" cap="none" dirty="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   </a:t>
            </a:r>
            <a:r>
              <a:rPr lang="es-MX" sz="2400" b="0" i="0" u="none" strike="noStrike" cap="none" dirty="0" err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What’s</a:t>
            </a:r>
            <a:r>
              <a:rPr lang="es-MX" sz="2400" b="0" i="0" u="none" strike="noStrike" cap="none" dirty="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s-MX" sz="2400" b="0" i="0" u="none" strike="noStrike" cap="none" dirty="0" err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your</a:t>
            </a:r>
            <a:r>
              <a:rPr lang="es-MX" sz="2400" b="0" i="0" u="none" strike="noStrike" cap="none" dirty="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s-MX" sz="2400" b="0" i="0" u="none" strike="noStrike" cap="none" dirty="0" err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name</a:t>
            </a:r>
            <a:r>
              <a:rPr lang="es-MX" sz="2400" b="0" i="0" u="none" strike="noStrike" cap="none" dirty="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?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 Black"/>
              <a:buNone/>
            </a:pPr>
            <a:r>
              <a:rPr lang="es-MX" sz="2400" dirty="0">
                <a:latin typeface="Arial Black"/>
                <a:ea typeface="Calibri"/>
                <a:cs typeface="Calibri"/>
                <a:sym typeface="Arial Black"/>
              </a:rPr>
              <a:t>    </a:t>
            </a:r>
            <a:r>
              <a:rPr lang="es-MX" sz="2400" dirty="0">
                <a:solidFill>
                  <a:srgbClr val="00B050"/>
                </a:solidFill>
                <a:latin typeface="Arial Black"/>
                <a:ea typeface="Calibri"/>
                <a:cs typeface="Calibri"/>
                <a:sym typeface="Arial Black"/>
              </a:rPr>
              <a:t>Disculpa me,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 Black"/>
              <a:buNone/>
            </a:pPr>
            <a:r>
              <a:rPr lang="es-MX" sz="2400" dirty="0">
                <a:solidFill>
                  <a:srgbClr val="00B050"/>
                </a:solidFill>
                <a:latin typeface="Arial Black"/>
                <a:ea typeface="Calibri"/>
                <a:cs typeface="Calibri"/>
                <a:sym typeface="Arial Black"/>
              </a:rPr>
              <a:t>    Cual es tu nombre?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 Black"/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177414" y="2543709"/>
            <a:ext cx="4382365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MX" sz="2400" b="0" i="0" u="none" strike="noStrike" cap="none" dirty="0">
                <a:solidFill>
                  <a:srgbClr val="3D31D7"/>
                </a:solidFill>
                <a:latin typeface="Arial Black"/>
                <a:ea typeface="Arial Black"/>
                <a:cs typeface="Arial Black"/>
                <a:sym typeface="Arial Black"/>
              </a:rPr>
              <a:t>B: </a:t>
            </a:r>
            <a:r>
              <a:rPr lang="es-MX" sz="2400" b="0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My</a:t>
            </a:r>
            <a:r>
              <a:rPr lang="es-MX" sz="24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s-MX" sz="2400" b="0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name</a:t>
            </a:r>
            <a:r>
              <a:rPr lang="es-MX" sz="24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s-MX" sz="2400" b="0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is</a:t>
            </a:r>
            <a:r>
              <a:rPr lang="es-MX" sz="24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______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MX" sz="2400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   </a:t>
            </a:r>
            <a:r>
              <a:rPr lang="es-MX" sz="2400" dirty="0">
                <a:solidFill>
                  <a:srgbClr val="00B050"/>
                </a:solidFill>
                <a:latin typeface="Arial Black"/>
                <a:ea typeface="Arial Black"/>
                <a:cs typeface="Arial Black"/>
                <a:sym typeface="Arial Black"/>
              </a:rPr>
              <a:t>Mi nombre es _____</a:t>
            </a:r>
            <a:endParaRPr sz="2400" b="0" i="0" u="none" strike="noStrike" cap="none" dirty="0">
              <a:solidFill>
                <a:srgbClr val="00B05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MX" sz="24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   </a:t>
            </a:r>
            <a:r>
              <a:rPr lang="es-MX" sz="2400" b="0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What</a:t>
            </a:r>
            <a:r>
              <a:rPr lang="es-MX" sz="24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s-MX" sz="2400" b="0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about</a:t>
            </a:r>
            <a:r>
              <a:rPr lang="es-MX" sz="24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s-MX" sz="2400" b="0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you</a:t>
            </a:r>
            <a:r>
              <a:rPr lang="es-MX" sz="24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?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MX" sz="2400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   </a:t>
            </a:r>
            <a:r>
              <a:rPr lang="es-MX" sz="2400" dirty="0">
                <a:solidFill>
                  <a:srgbClr val="00B050"/>
                </a:solidFill>
                <a:latin typeface="Arial Black"/>
                <a:ea typeface="Arial Black"/>
                <a:cs typeface="Arial Black"/>
                <a:sym typeface="Arial Black"/>
              </a:rPr>
              <a:t>Cual es el tuyo? </a:t>
            </a:r>
            <a:endParaRPr sz="2400" b="0" i="0" u="none" strike="noStrike" cap="none" dirty="0">
              <a:solidFill>
                <a:srgbClr val="00B05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42303" y="4022301"/>
            <a:ext cx="413385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MX" sz="2400" b="0" i="0" u="none" strike="noStrike" cap="none" dirty="0">
                <a:solidFill>
                  <a:srgbClr val="7030A0"/>
                </a:solidFill>
                <a:latin typeface="Arial Black"/>
                <a:ea typeface="Arial Black"/>
                <a:cs typeface="Arial Black"/>
                <a:sym typeface="Arial Black"/>
              </a:rPr>
              <a:t>A: </a:t>
            </a:r>
            <a:r>
              <a:rPr lang="es-MX" sz="2400" b="0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My</a:t>
            </a:r>
            <a:r>
              <a:rPr lang="es-MX" sz="24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s-MX" sz="2400" b="0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name</a:t>
            </a:r>
            <a:r>
              <a:rPr lang="es-MX" sz="24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s-MX" sz="2400" b="0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is</a:t>
            </a:r>
            <a:r>
              <a:rPr lang="es-MX" sz="24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______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MX" sz="2400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   </a:t>
            </a:r>
            <a:r>
              <a:rPr lang="es-MX" sz="2400" dirty="0">
                <a:solidFill>
                  <a:srgbClr val="00B050"/>
                </a:solidFill>
                <a:latin typeface="Arial Black"/>
                <a:ea typeface="Arial Black"/>
                <a:cs typeface="Arial Black"/>
                <a:sym typeface="Arial Black"/>
              </a:rPr>
              <a:t>Mi nombre es _____</a:t>
            </a:r>
            <a:endParaRPr sz="2400" b="0" i="0" u="none" strike="noStrike" cap="none" dirty="0">
              <a:solidFill>
                <a:srgbClr val="00B05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4129599" y="4027466"/>
            <a:ext cx="363329" cy="310126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4086407" y="4782572"/>
            <a:ext cx="363329" cy="31012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4575658" y="3851739"/>
            <a:ext cx="433618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MX" sz="2800" b="1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Nice</a:t>
            </a:r>
            <a:r>
              <a:rPr lang="es-MX" sz="2800" b="1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s-MX" sz="2800" b="1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to</a:t>
            </a:r>
            <a:r>
              <a:rPr lang="es-MX" sz="2800" b="1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s-MX" sz="2800" b="1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meet</a:t>
            </a:r>
            <a:r>
              <a:rPr lang="es-MX" sz="2800" b="1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s-MX" sz="2800" b="1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you</a:t>
            </a:r>
            <a:r>
              <a:rPr lang="es-MX" sz="2800" b="1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MX" sz="2800" b="1" dirty="0">
                <a:solidFill>
                  <a:srgbClr val="00B050"/>
                </a:solidFill>
                <a:latin typeface="Arial Black"/>
                <a:ea typeface="Arial Black"/>
                <a:cs typeface="Arial Black"/>
                <a:sym typeface="Arial Black"/>
              </a:rPr>
              <a:t>Un placer conocerte. </a:t>
            </a:r>
            <a:endParaRPr sz="1100" b="1" i="0" u="none" strike="noStrike" cap="none" dirty="0">
              <a:solidFill>
                <a:srgbClr val="00B05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4540746" y="4693853"/>
            <a:ext cx="5590338" cy="89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MX" sz="2800" b="1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Nice</a:t>
            </a:r>
            <a:r>
              <a:rPr lang="es-MX" sz="2800" b="1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s-MX" sz="2800" b="1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to</a:t>
            </a:r>
            <a:r>
              <a:rPr lang="es-MX" sz="2800" b="1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s-MX" sz="2800" b="1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meet</a:t>
            </a:r>
            <a:r>
              <a:rPr lang="es-MX" sz="2800" b="1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s-MX" sz="2800" b="1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you</a:t>
            </a:r>
            <a:r>
              <a:rPr lang="es-MX" sz="2800" b="1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, </a:t>
            </a:r>
            <a:r>
              <a:rPr lang="es-MX" sz="2800" b="1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too</a:t>
            </a:r>
            <a:r>
              <a:rPr lang="es-MX" sz="2800" b="1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MX" sz="2400" b="1" i="0" u="none" strike="noStrike" cap="none" dirty="0">
                <a:solidFill>
                  <a:srgbClr val="00B050"/>
                </a:solidFill>
                <a:latin typeface="Arial Black"/>
                <a:ea typeface="Arial Black"/>
                <a:cs typeface="Arial Black"/>
                <a:sym typeface="Arial Black"/>
              </a:rPr>
              <a:t>Un placer conocerte, también.</a:t>
            </a:r>
            <a:endParaRPr sz="1050" b="1" i="0" u="none" strike="noStrike" cap="none" dirty="0">
              <a:solidFill>
                <a:srgbClr val="00B05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8593165" y="666628"/>
            <a:ext cx="1143000" cy="7067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25400" cap="flat" cmpd="sng">
            <a:solidFill>
              <a:srgbClr val="6324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6930821" y="45559"/>
            <a:ext cx="837460" cy="482379"/>
          </a:xfrm>
          <a:prstGeom prst="rect">
            <a:avLst/>
          </a:prstGeom>
          <a:solidFill>
            <a:srgbClr val="92D050"/>
          </a:solidFill>
          <a:ln w="25400" cap="flat" cmpd="sng">
            <a:solidFill>
              <a:srgbClr val="769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7948731" y="45548"/>
            <a:ext cx="837460" cy="482400"/>
          </a:xfrm>
          <a:prstGeom prst="rect">
            <a:avLst/>
          </a:prstGeom>
          <a:solidFill>
            <a:srgbClr val="FFFF00"/>
          </a:solidFill>
          <a:ln w="254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8941717" y="45548"/>
            <a:ext cx="837460" cy="482400"/>
          </a:xfrm>
          <a:prstGeom prst="rect">
            <a:avLst/>
          </a:prstGeom>
          <a:solidFill>
            <a:srgbClr val="FF0000"/>
          </a:solidFill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 txBox="1">
            <a:spLocks noGrp="1"/>
          </p:cNvSpPr>
          <p:nvPr>
            <p:ph type="title"/>
          </p:nvPr>
        </p:nvSpPr>
        <p:spPr>
          <a:xfrm>
            <a:off x="114300" y="184184"/>
            <a:ext cx="4197400" cy="632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000">
                <a:latin typeface="Arial Black"/>
                <a:ea typeface="Arial Black"/>
                <a:cs typeface="Arial Black"/>
                <a:sym typeface="Arial Black"/>
              </a:rPr>
              <a:t>GOOD BYE</a:t>
            </a:r>
            <a:endParaRPr sz="40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34" name="Google Shape;134;p4"/>
          <p:cNvSpPr txBox="1"/>
          <p:nvPr/>
        </p:nvSpPr>
        <p:spPr>
          <a:xfrm>
            <a:off x="32061" y="1373368"/>
            <a:ext cx="8424250" cy="3323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MX" sz="3000" b="0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Bye</a:t>
            </a:r>
            <a:r>
              <a:rPr lang="es-MX" sz="3000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lang="es-MX" sz="30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s-MX" sz="3000" b="0" i="0" u="none" strike="noStrike" cap="none" dirty="0" err="1">
                <a:solidFill>
                  <a:srgbClr val="00B050"/>
                </a:solidFill>
                <a:latin typeface="Arial Black"/>
                <a:ea typeface="Arial Black"/>
                <a:cs typeface="Arial Black"/>
                <a:sym typeface="Arial Black"/>
              </a:rPr>
              <a:t>Adios</a:t>
            </a:r>
            <a:r>
              <a:rPr lang="es-MX" sz="3000" b="0" i="0" u="none" strike="noStrike" cap="none" dirty="0">
                <a:solidFill>
                  <a:srgbClr val="00B050"/>
                </a:solidFill>
                <a:latin typeface="Arial Black"/>
                <a:ea typeface="Arial Black"/>
                <a:cs typeface="Arial Black"/>
                <a:sym typeface="Arial Black"/>
              </a:rPr>
              <a:t> - Informal</a:t>
            </a:r>
            <a:endParaRPr sz="3000" b="0" i="0" u="none" strike="noStrike" cap="none" dirty="0">
              <a:solidFill>
                <a:srgbClr val="00B05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MX" sz="30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Good </a:t>
            </a:r>
            <a:r>
              <a:rPr lang="es-MX" sz="3000" b="0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bye</a:t>
            </a:r>
            <a:r>
              <a:rPr lang="es-MX" sz="30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 </a:t>
            </a:r>
            <a:r>
              <a:rPr lang="es-MX" sz="3000" b="0" i="0" u="none" strike="noStrike" cap="none" dirty="0" err="1">
                <a:solidFill>
                  <a:srgbClr val="00B050"/>
                </a:solidFill>
                <a:latin typeface="Arial Black"/>
                <a:ea typeface="Arial Black"/>
                <a:cs typeface="Arial Black"/>
                <a:sym typeface="Arial Black"/>
              </a:rPr>
              <a:t>Adios</a:t>
            </a:r>
            <a:r>
              <a:rPr lang="es-MX" sz="3000" b="0" i="0" u="none" strike="noStrike" cap="none" dirty="0">
                <a:solidFill>
                  <a:srgbClr val="00B050"/>
                </a:solidFill>
                <a:latin typeface="Arial Black"/>
                <a:ea typeface="Arial Black"/>
                <a:cs typeface="Arial Black"/>
                <a:sym typeface="Arial Black"/>
              </a:rPr>
              <a:t> – Formal</a:t>
            </a:r>
            <a:r>
              <a:rPr lang="es-MX" sz="30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sz="3000" b="0" i="0" u="none" strike="noStrike" cap="none" dirty="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MX" sz="3000" b="0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See</a:t>
            </a:r>
            <a:r>
              <a:rPr lang="es-MX" sz="30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s-MX" sz="3000" b="0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you</a:t>
            </a:r>
            <a:r>
              <a:rPr lang="es-MX" sz="3000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 </a:t>
            </a:r>
            <a:r>
              <a:rPr lang="es-MX" sz="3000" b="0" i="0" u="none" strike="noStrike" cap="none" dirty="0">
                <a:solidFill>
                  <a:srgbClr val="00B050"/>
                </a:solidFill>
                <a:latin typeface="Arial Black"/>
                <a:ea typeface="Arial Black"/>
                <a:cs typeface="Arial Black"/>
                <a:sym typeface="Arial Black"/>
              </a:rPr>
              <a:t>Nos vemos</a:t>
            </a:r>
            <a:endParaRPr sz="3000" b="0" i="0" u="none" strike="noStrike" cap="none" dirty="0">
              <a:solidFill>
                <a:srgbClr val="00B05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MX" sz="3000" b="0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See</a:t>
            </a:r>
            <a:r>
              <a:rPr lang="es-MX" sz="30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s-MX" sz="3000" b="0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you</a:t>
            </a:r>
            <a:r>
              <a:rPr lang="es-MX" sz="30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s-MX" sz="3000" b="0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tomorrow</a:t>
            </a:r>
            <a:r>
              <a:rPr lang="es-MX" sz="30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 </a:t>
            </a:r>
            <a:r>
              <a:rPr lang="es-MX" sz="3000" b="0" i="0" u="none" strike="noStrike" cap="none" dirty="0">
                <a:solidFill>
                  <a:srgbClr val="00B050"/>
                </a:solidFill>
                <a:latin typeface="Arial Black"/>
                <a:ea typeface="Arial Black"/>
                <a:cs typeface="Arial Black"/>
                <a:sym typeface="Arial Black"/>
              </a:rPr>
              <a:t>Nos vemos mañana</a:t>
            </a:r>
            <a:endParaRPr sz="3000" b="0" i="0" u="none" strike="noStrike" cap="none" dirty="0">
              <a:solidFill>
                <a:srgbClr val="00B05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MX" sz="3000" b="0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See</a:t>
            </a:r>
            <a:r>
              <a:rPr lang="es-MX" sz="30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s-MX" sz="3000" b="0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you</a:t>
            </a:r>
            <a:r>
              <a:rPr lang="es-MX" sz="30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s-MX" sz="3000" b="0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later</a:t>
            </a:r>
            <a:r>
              <a:rPr lang="es-MX" sz="3000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lang="es-MX" sz="30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s-MX" sz="3000" b="0" i="0" u="none" strike="noStrike" cap="none" dirty="0">
                <a:solidFill>
                  <a:srgbClr val="00B050"/>
                </a:solidFill>
                <a:latin typeface="Arial Black"/>
                <a:ea typeface="Arial Black"/>
                <a:cs typeface="Arial Black"/>
                <a:sym typeface="Arial Black"/>
              </a:rPr>
              <a:t>Nos vemos al rato </a:t>
            </a:r>
            <a:endParaRPr sz="3000" b="0" i="0" u="none" strike="noStrike" cap="none" dirty="0">
              <a:solidFill>
                <a:srgbClr val="00B05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000" b="0" i="0" u="none" strike="noStrike" cap="none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MX" sz="30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Good </a:t>
            </a:r>
            <a:r>
              <a:rPr lang="es-MX" sz="3000" b="0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night</a:t>
            </a:r>
            <a:r>
              <a:rPr lang="es-MX" sz="30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 </a:t>
            </a:r>
            <a:r>
              <a:rPr lang="es-MX" sz="3000" b="0" i="0" u="none" strike="noStrike" cap="none" dirty="0">
                <a:solidFill>
                  <a:srgbClr val="00B050"/>
                </a:solidFill>
                <a:latin typeface="Arial Black"/>
                <a:ea typeface="Arial Black"/>
                <a:cs typeface="Arial Black"/>
                <a:sym typeface="Arial Black"/>
              </a:rPr>
              <a:t>Buenas noches</a:t>
            </a:r>
            <a:endParaRPr sz="3000" b="0" i="0" u="none" strike="noStrike" cap="none" dirty="0">
              <a:solidFill>
                <a:srgbClr val="00B05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35" name="Google Shape;135;p4"/>
          <p:cNvPicPr preferRelativeResize="0"/>
          <p:nvPr/>
        </p:nvPicPr>
        <p:blipFill rotWithShape="1">
          <a:blip r:embed="rId3">
            <a:alphaModFix/>
          </a:blip>
          <a:srcRect l="30443" t="3063" r="27334" b="5999"/>
          <a:stretch/>
        </p:blipFill>
        <p:spPr>
          <a:xfrm>
            <a:off x="8255177" y="1429035"/>
            <a:ext cx="1524000" cy="331269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4"/>
          <p:cNvSpPr/>
          <p:nvPr/>
        </p:nvSpPr>
        <p:spPr>
          <a:xfrm>
            <a:off x="8593165" y="666628"/>
            <a:ext cx="1143000" cy="7067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25400" cap="flat" cmpd="sng">
            <a:solidFill>
              <a:srgbClr val="6324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6930821" y="45559"/>
            <a:ext cx="837460" cy="482379"/>
          </a:xfrm>
          <a:prstGeom prst="rect">
            <a:avLst/>
          </a:prstGeom>
          <a:solidFill>
            <a:srgbClr val="92D050"/>
          </a:solidFill>
          <a:ln w="25400" cap="flat" cmpd="sng">
            <a:solidFill>
              <a:srgbClr val="769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7948731" y="45548"/>
            <a:ext cx="837460" cy="482400"/>
          </a:xfrm>
          <a:prstGeom prst="rect">
            <a:avLst/>
          </a:prstGeom>
          <a:solidFill>
            <a:srgbClr val="FFFF00"/>
          </a:solidFill>
          <a:ln w="254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8941717" y="45548"/>
            <a:ext cx="837460" cy="482400"/>
          </a:xfrm>
          <a:prstGeom prst="rect">
            <a:avLst/>
          </a:prstGeom>
          <a:solidFill>
            <a:srgbClr val="FF0000"/>
          </a:solidFill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0" name="Google Shape;140;p4"/>
          <p:cNvGrpSpPr/>
          <p:nvPr/>
        </p:nvGrpSpPr>
        <p:grpSpPr>
          <a:xfrm>
            <a:off x="0" y="0"/>
            <a:ext cx="9830021" cy="1172821"/>
            <a:chOff x="0" y="0"/>
            <a:chExt cx="9830021" cy="1172821"/>
          </a:xfrm>
        </p:grpSpPr>
        <p:sp>
          <p:nvSpPr>
            <p:cNvPr id="141" name="Google Shape;141;p4"/>
            <p:cNvSpPr/>
            <p:nvPr/>
          </p:nvSpPr>
          <p:spPr>
            <a:xfrm>
              <a:off x="1098136" y="572861"/>
              <a:ext cx="8731885" cy="38100"/>
            </a:xfrm>
            <a:custGeom>
              <a:avLst/>
              <a:gdLst/>
              <a:ahLst/>
              <a:cxnLst/>
              <a:rect l="l" t="t" r="r" b="b"/>
              <a:pathLst>
                <a:path w="8731885" h="38100" extrusionOk="0">
                  <a:moveTo>
                    <a:pt x="0" y="0"/>
                  </a:moveTo>
                  <a:lnTo>
                    <a:pt x="8731663" y="0"/>
                  </a:lnTo>
                  <a:lnTo>
                    <a:pt x="8731663" y="38099"/>
                  </a:lnTo>
                  <a:lnTo>
                    <a:pt x="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4"/>
            <p:cNvSpPr/>
            <p:nvPr/>
          </p:nvSpPr>
          <p:spPr>
            <a:xfrm>
              <a:off x="0" y="107291"/>
              <a:ext cx="4107179" cy="1065530"/>
            </a:xfrm>
            <a:custGeom>
              <a:avLst/>
              <a:gdLst/>
              <a:ahLst/>
              <a:cxnLst/>
              <a:rect l="l" t="t" r="r" b="b"/>
              <a:pathLst>
                <a:path w="4107179" h="1065530" extrusionOk="0">
                  <a:moveTo>
                    <a:pt x="3574283" y="1065401"/>
                  </a:moveTo>
                  <a:lnTo>
                    <a:pt x="0" y="1065401"/>
                  </a:lnTo>
                  <a:lnTo>
                    <a:pt x="0" y="0"/>
                  </a:lnTo>
                  <a:lnTo>
                    <a:pt x="3574282" y="0"/>
                  </a:lnTo>
                  <a:lnTo>
                    <a:pt x="3622768" y="2176"/>
                  </a:lnTo>
                  <a:lnTo>
                    <a:pt x="3670035" y="8582"/>
                  </a:lnTo>
                  <a:lnTo>
                    <a:pt x="3715895" y="19028"/>
                  </a:lnTo>
                  <a:lnTo>
                    <a:pt x="3760158" y="33327"/>
                  </a:lnTo>
                  <a:lnTo>
                    <a:pt x="3802638" y="51290"/>
                  </a:lnTo>
                  <a:lnTo>
                    <a:pt x="3843146" y="72729"/>
                  </a:lnTo>
                  <a:lnTo>
                    <a:pt x="3881494" y="97456"/>
                  </a:lnTo>
                  <a:lnTo>
                    <a:pt x="3917494" y="125284"/>
                  </a:lnTo>
                  <a:lnTo>
                    <a:pt x="3950958" y="156024"/>
                  </a:lnTo>
                  <a:lnTo>
                    <a:pt x="3981698" y="189488"/>
                  </a:lnTo>
                  <a:lnTo>
                    <a:pt x="4009526" y="225488"/>
                  </a:lnTo>
                  <a:lnTo>
                    <a:pt x="4034254" y="263836"/>
                  </a:lnTo>
                  <a:lnTo>
                    <a:pt x="4055693" y="304344"/>
                  </a:lnTo>
                  <a:lnTo>
                    <a:pt x="4073656" y="346824"/>
                  </a:lnTo>
                  <a:lnTo>
                    <a:pt x="4087954" y="391087"/>
                  </a:lnTo>
                  <a:lnTo>
                    <a:pt x="4098400" y="436947"/>
                  </a:lnTo>
                  <a:lnTo>
                    <a:pt x="4104806" y="484214"/>
                  </a:lnTo>
                  <a:lnTo>
                    <a:pt x="4106983" y="532700"/>
                  </a:lnTo>
                  <a:lnTo>
                    <a:pt x="4104806" y="581187"/>
                  </a:lnTo>
                  <a:lnTo>
                    <a:pt x="4098400" y="628454"/>
                  </a:lnTo>
                  <a:lnTo>
                    <a:pt x="4087954" y="674313"/>
                  </a:lnTo>
                  <a:lnTo>
                    <a:pt x="4073656" y="718577"/>
                  </a:lnTo>
                  <a:lnTo>
                    <a:pt x="4055693" y="761057"/>
                  </a:lnTo>
                  <a:lnTo>
                    <a:pt x="4034254" y="801565"/>
                  </a:lnTo>
                  <a:lnTo>
                    <a:pt x="4009526" y="839913"/>
                  </a:lnTo>
                  <a:lnTo>
                    <a:pt x="3981698" y="875913"/>
                  </a:lnTo>
                  <a:lnTo>
                    <a:pt x="3950958" y="909377"/>
                  </a:lnTo>
                  <a:lnTo>
                    <a:pt x="3917494" y="940117"/>
                  </a:lnTo>
                  <a:lnTo>
                    <a:pt x="3881494" y="967945"/>
                  </a:lnTo>
                  <a:lnTo>
                    <a:pt x="3843146" y="992672"/>
                  </a:lnTo>
                  <a:lnTo>
                    <a:pt x="3802638" y="1014111"/>
                  </a:lnTo>
                  <a:lnTo>
                    <a:pt x="3760158" y="1032074"/>
                  </a:lnTo>
                  <a:lnTo>
                    <a:pt x="3715895" y="1046373"/>
                  </a:lnTo>
                  <a:lnTo>
                    <a:pt x="3670035" y="1056819"/>
                  </a:lnTo>
                  <a:lnTo>
                    <a:pt x="3622768" y="1063224"/>
                  </a:lnTo>
                  <a:lnTo>
                    <a:pt x="3574283" y="1065401"/>
                  </a:lnTo>
                  <a:close/>
                </a:path>
              </a:pathLst>
            </a:custGeom>
            <a:solidFill>
              <a:srgbClr val="00006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4"/>
            <p:cNvSpPr/>
            <p:nvPr/>
          </p:nvSpPr>
          <p:spPr>
            <a:xfrm>
              <a:off x="0" y="0"/>
              <a:ext cx="4122420" cy="1057910"/>
            </a:xfrm>
            <a:custGeom>
              <a:avLst/>
              <a:gdLst/>
              <a:ahLst/>
              <a:cxnLst/>
              <a:rect l="l" t="t" r="r" b="b"/>
              <a:pathLst>
                <a:path w="4122420" h="1057910" extrusionOk="0">
                  <a:moveTo>
                    <a:pt x="3589669" y="1057293"/>
                  </a:moveTo>
                  <a:lnTo>
                    <a:pt x="0" y="1057293"/>
                  </a:lnTo>
                  <a:lnTo>
                    <a:pt x="0" y="0"/>
                  </a:lnTo>
                  <a:lnTo>
                    <a:pt x="3681919" y="0"/>
                  </a:lnTo>
                  <a:lnTo>
                    <a:pt x="3685422" y="474"/>
                  </a:lnTo>
                  <a:lnTo>
                    <a:pt x="3731281" y="10920"/>
                  </a:lnTo>
                  <a:lnTo>
                    <a:pt x="3775545" y="25219"/>
                  </a:lnTo>
                  <a:lnTo>
                    <a:pt x="3818025" y="43182"/>
                  </a:lnTo>
                  <a:lnTo>
                    <a:pt x="3858533" y="64621"/>
                  </a:lnTo>
                  <a:lnTo>
                    <a:pt x="3896881" y="89348"/>
                  </a:lnTo>
                  <a:lnTo>
                    <a:pt x="3932881" y="117176"/>
                  </a:lnTo>
                  <a:lnTo>
                    <a:pt x="3966345" y="147916"/>
                  </a:lnTo>
                  <a:lnTo>
                    <a:pt x="3997085" y="181380"/>
                  </a:lnTo>
                  <a:lnTo>
                    <a:pt x="4024913" y="217380"/>
                  </a:lnTo>
                  <a:lnTo>
                    <a:pt x="4049640" y="255728"/>
                  </a:lnTo>
                  <a:lnTo>
                    <a:pt x="4071079" y="296236"/>
                  </a:lnTo>
                  <a:lnTo>
                    <a:pt x="4089042" y="338716"/>
                  </a:lnTo>
                  <a:lnTo>
                    <a:pt x="4103341" y="382980"/>
                  </a:lnTo>
                  <a:lnTo>
                    <a:pt x="4113787" y="428839"/>
                  </a:lnTo>
                  <a:lnTo>
                    <a:pt x="4120193" y="476106"/>
                  </a:lnTo>
                  <a:lnTo>
                    <a:pt x="4122370" y="524593"/>
                  </a:lnTo>
                  <a:lnTo>
                    <a:pt x="4120193" y="573079"/>
                  </a:lnTo>
                  <a:lnTo>
                    <a:pt x="4113787" y="620346"/>
                  </a:lnTo>
                  <a:lnTo>
                    <a:pt x="4103341" y="666206"/>
                  </a:lnTo>
                  <a:lnTo>
                    <a:pt x="4089042" y="710469"/>
                  </a:lnTo>
                  <a:lnTo>
                    <a:pt x="4071079" y="752949"/>
                  </a:lnTo>
                  <a:lnTo>
                    <a:pt x="4049640" y="793457"/>
                  </a:lnTo>
                  <a:lnTo>
                    <a:pt x="4024913" y="831805"/>
                  </a:lnTo>
                  <a:lnTo>
                    <a:pt x="3997085" y="867805"/>
                  </a:lnTo>
                  <a:lnTo>
                    <a:pt x="3966345" y="901269"/>
                  </a:lnTo>
                  <a:lnTo>
                    <a:pt x="3932881" y="932009"/>
                  </a:lnTo>
                  <a:lnTo>
                    <a:pt x="3896881" y="959837"/>
                  </a:lnTo>
                  <a:lnTo>
                    <a:pt x="3858533" y="984564"/>
                  </a:lnTo>
                  <a:lnTo>
                    <a:pt x="3818025" y="1006003"/>
                  </a:lnTo>
                  <a:lnTo>
                    <a:pt x="3775545" y="1023966"/>
                  </a:lnTo>
                  <a:lnTo>
                    <a:pt x="3731281" y="1038265"/>
                  </a:lnTo>
                  <a:lnTo>
                    <a:pt x="3685422" y="1048711"/>
                  </a:lnTo>
                  <a:lnTo>
                    <a:pt x="3638155" y="1055117"/>
                  </a:lnTo>
                  <a:lnTo>
                    <a:pt x="3589669" y="1057293"/>
                  </a:lnTo>
                  <a:close/>
                </a:path>
              </a:pathLst>
            </a:custGeom>
            <a:solidFill>
              <a:srgbClr val="86131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4" name="Google Shape;144;p4"/>
          <p:cNvSpPr txBox="1"/>
          <p:nvPr/>
        </p:nvSpPr>
        <p:spPr>
          <a:xfrm>
            <a:off x="219461" y="139075"/>
            <a:ext cx="3683497" cy="1103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6350" rIns="0" bIns="0" anchor="t" anchorCtr="0">
            <a:spAutoFit/>
          </a:bodyPr>
          <a:lstStyle/>
          <a:p>
            <a:pPr marL="12700" marR="5080" lvl="0" indent="0" algn="l" rtl="0">
              <a:lnSpc>
                <a:spcPct val="76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000" b="0" i="0" dirty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GOOD</a:t>
            </a:r>
            <a:r>
              <a:rPr lang="es-MX" sz="3600" b="0" i="0" dirty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s-MX" sz="4000" b="0" i="0" dirty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BYE</a:t>
            </a:r>
          </a:p>
          <a:p>
            <a:pPr marL="12700" marR="5080" lvl="0" indent="0" algn="l" rtl="0">
              <a:lnSpc>
                <a:spcPct val="76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000" dirty="0">
                <a:solidFill>
                  <a:srgbClr val="00B050"/>
                </a:solidFill>
                <a:latin typeface="Arial Black"/>
                <a:ea typeface="Arial Black"/>
                <a:cs typeface="Arial Black"/>
                <a:sym typeface="Arial Black"/>
              </a:rPr>
              <a:t>Hasta Luego</a:t>
            </a:r>
            <a:r>
              <a:rPr lang="es-MX" sz="4000" dirty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sz="3600" b="0" i="0" dirty="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5" descr="Niña Saludando Con La Mano Y Diciendo Hola O Adiós. Niño Sonriente Saludo  Smb. Retrato De Niño De Jardín De Infantes O Ilustración del Vector -  Ilustración de elemental, cola: 213327150"/>
          <p:cNvPicPr preferRelativeResize="0"/>
          <p:nvPr/>
        </p:nvPicPr>
        <p:blipFill rotWithShape="1">
          <a:blip r:embed="rId3">
            <a:alphaModFix/>
          </a:blip>
          <a:srcRect l="11906" t="9266" r="15759" b="10443"/>
          <a:stretch/>
        </p:blipFill>
        <p:spPr>
          <a:xfrm>
            <a:off x="7893495" y="759331"/>
            <a:ext cx="1936305" cy="204736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5"/>
          <p:cNvSpPr txBox="1"/>
          <p:nvPr/>
        </p:nvSpPr>
        <p:spPr>
          <a:xfrm>
            <a:off x="-75521" y="864333"/>
            <a:ext cx="9854698" cy="4985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MX" sz="22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A: </a:t>
            </a:r>
            <a:r>
              <a:rPr lang="es-MX" sz="2200" b="0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Hello</a:t>
            </a:r>
            <a:r>
              <a:rPr lang="es-MX" sz="22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! Good </a:t>
            </a:r>
            <a:r>
              <a:rPr lang="es-MX" sz="2200" b="0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morning</a:t>
            </a:r>
            <a:r>
              <a:rPr lang="es-MX" sz="22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! </a:t>
            </a:r>
            <a:r>
              <a:rPr lang="es-MX" sz="2200" dirty="0">
                <a:solidFill>
                  <a:srgbClr val="00B050"/>
                </a:solidFill>
                <a:latin typeface="Arial Black"/>
                <a:ea typeface="Arial Black"/>
                <a:cs typeface="Arial Black"/>
                <a:sym typeface="Arial Black"/>
              </a:rPr>
              <a:t>Hola! Buenos </a:t>
            </a:r>
            <a:r>
              <a:rPr lang="es-MX" sz="2200" dirty="0" err="1">
                <a:solidFill>
                  <a:srgbClr val="00B050"/>
                </a:solidFill>
                <a:latin typeface="Arial Black"/>
                <a:ea typeface="Arial Black"/>
                <a:cs typeface="Arial Black"/>
                <a:sym typeface="Arial Black"/>
              </a:rPr>
              <a:t>Dias</a:t>
            </a:r>
            <a:r>
              <a:rPr lang="es-MX" sz="2200" dirty="0">
                <a:solidFill>
                  <a:srgbClr val="00B05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sz="2200" b="0" i="0" u="none" strike="noStrike" cap="none" dirty="0">
              <a:solidFill>
                <a:srgbClr val="00B05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MX" sz="22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B: Hi, </a:t>
            </a:r>
            <a:r>
              <a:rPr lang="es-MX" sz="2200" b="0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how</a:t>
            </a:r>
            <a:r>
              <a:rPr lang="es-MX" sz="22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are </a:t>
            </a:r>
            <a:r>
              <a:rPr lang="es-MX" sz="2200" b="0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you</a:t>
            </a:r>
            <a:r>
              <a:rPr lang="es-MX" sz="22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s-MX" sz="2200" b="0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doing</a:t>
            </a:r>
            <a:r>
              <a:rPr lang="es-MX" sz="22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? </a:t>
            </a:r>
            <a:r>
              <a:rPr lang="es-MX" sz="2200" b="0" i="0" u="none" strike="noStrike" cap="none" dirty="0">
                <a:solidFill>
                  <a:srgbClr val="00B050"/>
                </a:solidFill>
                <a:latin typeface="Arial Black"/>
                <a:ea typeface="Arial Black"/>
                <a:cs typeface="Arial Black"/>
                <a:sym typeface="Arial Black"/>
              </a:rPr>
              <a:t>Hola, como estas?</a:t>
            </a:r>
            <a:endParaRPr sz="2200" b="0" i="0" u="none" strike="noStrike" cap="none" dirty="0">
              <a:solidFill>
                <a:srgbClr val="00B05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MX" sz="22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A: I am </a:t>
            </a:r>
            <a:r>
              <a:rPr lang="es-MX" sz="2200" b="0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great</a:t>
            </a:r>
            <a:r>
              <a:rPr lang="es-MX" sz="22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, </a:t>
            </a:r>
            <a:r>
              <a:rPr lang="es-MX" sz="2200" b="0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thank</a:t>
            </a:r>
            <a:r>
              <a:rPr lang="es-MX" sz="22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s-MX" sz="2200" b="0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you</a:t>
            </a:r>
            <a:r>
              <a:rPr lang="es-MX" sz="22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, </a:t>
            </a:r>
            <a:r>
              <a:rPr lang="es-MX" sz="2200" b="0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what</a:t>
            </a:r>
            <a:r>
              <a:rPr lang="es-MX" sz="22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s-MX" sz="2200" b="0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about</a:t>
            </a:r>
            <a:r>
              <a:rPr lang="es-MX" sz="22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s-MX" sz="2200" b="0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you</a:t>
            </a:r>
            <a:r>
              <a:rPr lang="es-MX" sz="22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?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MX" sz="2200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   </a:t>
            </a:r>
            <a:r>
              <a:rPr lang="es-MX" sz="2200" dirty="0">
                <a:solidFill>
                  <a:srgbClr val="00B050"/>
                </a:solidFill>
                <a:latin typeface="Arial Black"/>
                <a:ea typeface="Arial Black"/>
                <a:cs typeface="Arial Black"/>
                <a:sym typeface="Arial Black"/>
              </a:rPr>
              <a:t>Yo estoy genial, gracias, que tal tu?                   </a:t>
            </a:r>
            <a:endParaRPr sz="2200" b="0" i="0" u="none" strike="noStrike" cap="none" dirty="0">
              <a:solidFill>
                <a:srgbClr val="00B05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MX" sz="22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B: I am </a:t>
            </a:r>
            <a:r>
              <a:rPr lang="es-MX" sz="2200" b="0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just</a:t>
            </a:r>
            <a:r>
              <a:rPr lang="es-MX" sz="22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fine, </a:t>
            </a:r>
            <a:r>
              <a:rPr lang="es-MX" sz="2200" b="0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thanks</a:t>
            </a:r>
            <a:r>
              <a:rPr lang="es-MX" sz="22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.</a:t>
            </a:r>
            <a:r>
              <a:rPr lang="es-MX" sz="2200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s-MX" sz="2200" dirty="0">
                <a:solidFill>
                  <a:srgbClr val="00B050"/>
                </a:solidFill>
                <a:latin typeface="Arial Black"/>
                <a:ea typeface="Arial Black"/>
                <a:cs typeface="Arial Black"/>
                <a:sym typeface="Arial Black"/>
              </a:rPr>
              <a:t>Yo estoy justamente bien, gracias </a:t>
            </a:r>
            <a:endParaRPr sz="2200" b="0" i="0" u="none" strike="noStrike" cap="none" dirty="0">
              <a:solidFill>
                <a:srgbClr val="00B05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lvl="0">
              <a:buSzPts val="2400"/>
            </a:pPr>
            <a:r>
              <a:rPr lang="es-MX" sz="22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A: Excuse me! </a:t>
            </a:r>
            <a:r>
              <a:rPr lang="es-MX" sz="2200" b="0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What’s</a:t>
            </a:r>
            <a:r>
              <a:rPr lang="es-MX" sz="22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s-MX" sz="2200" b="0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your</a:t>
            </a:r>
            <a:r>
              <a:rPr lang="es-MX" sz="22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s-MX" sz="2200" b="0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name</a:t>
            </a:r>
            <a:r>
              <a:rPr lang="es-MX" sz="22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?</a:t>
            </a:r>
            <a:r>
              <a:rPr lang="es-MX" sz="2200" dirty="0">
                <a:solidFill>
                  <a:srgbClr val="00B050"/>
                </a:solidFill>
                <a:latin typeface="Arial Black"/>
                <a:ea typeface="Calibri"/>
                <a:cs typeface="Calibri"/>
                <a:sym typeface="Arial Black"/>
              </a:rPr>
              <a:t> Disculpa me, cual es tu nombre? </a:t>
            </a:r>
            <a:endParaRPr sz="2200" b="0" i="0" u="none" strike="noStrike" cap="none" dirty="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lvl="0">
              <a:buSzPts val="3600"/>
            </a:pPr>
            <a:r>
              <a:rPr lang="es-MX" sz="22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B: </a:t>
            </a:r>
            <a:r>
              <a:rPr lang="es-MX" sz="2200" b="0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My</a:t>
            </a:r>
            <a:r>
              <a:rPr lang="es-MX" sz="22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s-MX" sz="2200" b="0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name</a:t>
            </a:r>
            <a:r>
              <a:rPr lang="es-MX" sz="22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s-MX" sz="2200" b="0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is</a:t>
            </a:r>
            <a:r>
              <a:rPr lang="es-MX" sz="22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________, </a:t>
            </a:r>
            <a:r>
              <a:rPr lang="es-MX" sz="2200" b="0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what</a:t>
            </a:r>
            <a:r>
              <a:rPr lang="es-MX" sz="22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s-MX" sz="2200" b="0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about</a:t>
            </a:r>
            <a:r>
              <a:rPr lang="es-MX" sz="22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s-MX" sz="2200" b="0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you</a:t>
            </a:r>
            <a:r>
              <a:rPr lang="es-MX" sz="22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?</a:t>
            </a:r>
            <a:r>
              <a:rPr lang="es-MX" sz="2200" dirty="0">
                <a:solidFill>
                  <a:srgbClr val="00B050"/>
                </a:solidFill>
                <a:latin typeface="Arial Black"/>
                <a:ea typeface="Arial Black"/>
                <a:cs typeface="Arial Black"/>
                <a:sym typeface="Arial Black"/>
              </a:rPr>
              <a:t> Mi nombre es _____ cual es el tuyo? </a:t>
            </a:r>
            <a:endParaRPr sz="2200" b="0" i="0" u="none" strike="noStrike" cap="none" dirty="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>
              <a:buSzPts val="3600"/>
            </a:pPr>
            <a:r>
              <a:rPr lang="es-MX" sz="22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A: </a:t>
            </a:r>
            <a:r>
              <a:rPr lang="es-MX" sz="2200" b="0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My</a:t>
            </a:r>
            <a:r>
              <a:rPr lang="es-MX" sz="22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s-MX" sz="2200" b="0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name</a:t>
            </a:r>
            <a:r>
              <a:rPr lang="es-MX" sz="22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s-MX" sz="2200" b="0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is</a:t>
            </a:r>
            <a:r>
              <a:rPr lang="es-MX" sz="22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________, </a:t>
            </a:r>
            <a:r>
              <a:rPr lang="es-MX" sz="2200" b="0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nice</a:t>
            </a:r>
            <a:r>
              <a:rPr lang="es-MX" sz="22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s-MX" sz="2200" b="0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to</a:t>
            </a:r>
            <a:r>
              <a:rPr lang="es-MX" sz="22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s-MX" sz="2200" b="0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meet</a:t>
            </a:r>
            <a:r>
              <a:rPr lang="es-MX" sz="22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s-MX" sz="2200" b="0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you</a:t>
            </a:r>
            <a:r>
              <a:rPr lang="es-MX" sz="22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! </a:t>
            </a:r>
            <a:r>
              <a:rPr lang="es-MX" sz="2200" dirty="0">
                <a:solidFill>
                  <a:srgbClr val="00B050"/>
                </a:solidFill>
                <a:latin typeface="Arial Black"/>
                <a:ea typeface="Arial Black"/>
                <a:cs typeface="Arial Black"/>
                <a:sym typeface="Arial Black"/>
              </a:rPr>
              <a:t>Mi nombre es _____</a:t>
            </a:r>
            <a:r>
              <a:rPr lang="es-MX" sz="2200" b="1" dirty="0">
                <a:solidFill>
                  <a:srgbClr val="00B050"/>
                </a:solidFill>
                <a:latin typeface="Arial Black"/>
                <a:ea typeface="Arial Black"/>
                <a:cs typeface="Arial Black"/>
                <a:sym typeface="Arial Black"/>
              </a:rPr>
              <a:t>Un placer conocerte. </a:t>
            </a:r>
            <a:endParaRPr sz="2200" b="0" i="0" u="none" strike="noStrike" cap="none" dirty="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>
              <a:buSzPts val="3600"/>
            </a:pPr>
            <a:r>
              <a:rPr lang="es-MX" sz="22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B: </a:t>
            </a:r>
            <a:r>
              <a:rPr lang="es-MX" sz="2200" b="0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Nice</a:t>
            </a:r>
            <a:r>
              <a:rPr lang="es-MX" sz="22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s-MX" sz="2200" b="0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to</a:t>
            </a:r>
            <a:r>
              <a:rPr lang="es-MX" sz="22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s-MX" sz="2200" b="0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meet</a:t>
            </a:r>
            <a:r>
              <a:rPr lang="es-MX" sz="22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s-MX" sz="2200" b="0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you</a:t>
            </a:r>
            <a:r>
              <a:rPr lang="es-MX" sz="22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s-MX" sz="2200" b="0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too</a:t>
            </a:r>
            <a:r>
              <a:rPr lang="es-MX" sz="22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, </a:t>
            </a:r>
            <a:r>
              <a:rPr lang="es-MX" sz="2200" b="0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good</a:t>
            </a:r>
            <a:r>
              <a:rPr lang="es-MX" sz="22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s-MX" sz="2200" b="0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bye</a:t>
            </a:r>
            <a:r>
              <a:rPr lang="es-MX" sz="22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.</a:t>
            </a:r>
            <a:r>
              <a:rPr lang="es-MX" sz="2200" b="1" dirty="0">
                <a:solidFill>
                  <a:srgbClr val="00B050"/>
                </a:solidFill>
                <a:latin typeface="Arial Black"/>
                <a:ea typeface="Arial Black"/>
                <a:cs typeface="Arial Black"/>
                <a:sym typeface="Arial Black"/>
              </a:rPr>
              <a:t> Un placer conocerte, también. </a:t>
            </a:r>
            <a:r>
              <a:rPr lang="es-MX" sz="2200" dirty="0" err="1">
                <a:solidFill>
                  <a:srgbClr val="00B050"/>
                </a:solidFill>
                <a:latin typeface="Arial Black"/>
                <a:ea typeface="Arial Black"/>
                <a:cs typeface="Arial Black"/>
                <a:sym typeface="Arial Black"/>
              </a:rPr>
              <a:t>Adios</a:t>
            </a:r>
            <a:endParaRPr sz="2200" b="0" i="0" u="none" strike="noStrike" cap="none" dirty="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lvl="0">
              <a:buSzPts val="3600"/>
            </a:pPr>
            <a:r>
              <a:rPr lang="es-MX" sz="22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A: </a:t>
            </a:r>
            <a:r>
              <a:rPr lang="es-MX" sz="2200" b="0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See</a:t>
            </a:r>
            <a:r>
              <a:rPr lang="es-MX" sz="22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s-MX" sz="2200" b="0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you</a:t>
            </a:r>
            <a:r>
              <a:rPr lang="es-MX" sz="22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s-MX" sz="2200" b="0" i="0" u="none" strike="noStrike" cap="none" dirty="0" err="1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later</a:t>
            </a:r>
            <a:r>
              <a:rPr lang="es-MX" sz="2200" b="0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.</a:t>
            </a:r>
            <a:r>
              <a:rPr lang="es-MX" sz="2200" dirty="0">
                <a:solidFill>
                  <a:srgbClr val="00B050"/>
                </a:solidFill>
                <a:latin typeface="Arial Black"/>
                <a:ea typeface="Arial Black"/>
                <a:cs typeface="Arial Black"/>
                <a:sym typeface="Arial Black"/>
              </a:rPr>
              <a:t> Nos vemos al rato </a:t>
            </a:r>
            <a:endParaRPr sz="2200" b="0" i="0" u="none" strike="noStrike" cap="none" dirty="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150" name="Google Shape;150;p5"/>
          <p:cNvGrpSpPr/>
          <p:nvPr/>
        </p:nvGrpSpPr>
        <p:grpSpPr>
          <a:xfrm>
            <a:off x="0" y="0"/>
            <a:ext cx="9829916" cy="982413"/>
            <a:chOff x="0" y="0"/>
            <a:chExt cx="9829916" cy="1135372"/>
          </a:xfrm>
        </p:grpSpPr>
        <p:sp>
          <p:nvSpPr>
            <p:cNvPr id="151" name="Google Shape;151;p5"/>
            <p:cNvSpPr/>
            <p:nvPr/>
          </p:nvSpPr>
          <p:spPr>
            <a:xfrm>
              <a:off x="1075806" y="541571"/>
              <a:ext cx="8754110" cy="38100"/>
            </a:xfrm>
            <a:custGeom>
              <a:avLst/>
              <a:gdLst/>
              <a:ahLst/>
              <a:cxnLst/>
              <a:rect l="l" t="t" r="r" b="b"/>
              <a:pathLst>
                <a:path w="8754110" h="38100" extrusionOk="0">
                  <a:moveTo>
                    <a:pt x="0" y="0"/>
                  </a:moveTo>
                  <a:lnTo>
                    <a:pt x="8753993" y="0"/>
                  </a:lnTo>
                  <a:lnTo>
                    <a:pt x="8753993" y="38099"/>
                  </a:lnTo>
                  <a:lnTo>
                    <a:pt x="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5"/>
            <p:cNvSpPr/>
            <p:nvPr/>
          </p:nvSpPr>
          <p:spPr>
            <a:xfrm>
              <a:off x="0" y="99053"/>
              <a:ext cx="4756150" cy="1036319"/>
            </a:xfrm>
            <a:custGeom>
              <a:avLst/>
              <a:gdLst/>
              <a:ahLst/>
              <a:cxnLst/>
              <a:rect l="l" t="t" r="r" b="b"/>
              <a:pathLst>
                <a:path w="4756150" h="1036319" extrusionOk="0">
                  <a:moveTo>
                    <a:pt x="4237693" y="1036169"/>
                  </a:moveTo>
                  <a:lnTo>
                    <a:pt x="13687" y="1036169"/>
                  </a:lnTo>
                  <a:lnTo>
                    <a:pt x="0" y="1035555"/>
                  </a:lnTo>
                  <a:lnTo>
                    <a:pt x="0" y="614"/>
                  </a:lnTo>
                  <a:lnTo>
                    <a:pt x="13689" y="0"/>
                  </a:lnTo>
                  <a:lnTo>
                    <a:pt x="4237690" y="0"/>
                  </a:lnTo>
                  <a:lnTo>
                    <a:pt x="4284846" y="2117"/>
                  </a:lnTo>
                  <a:lnTo>
                    <a:pt x="4330817" y="8347"/>
                  </a:lnTo>
                  <a:lnTo>
                    <a:pt x="4375418" y="18506"/>
                  </a:lnTo>
                  <a:lnTo>
                    <a:pt x="4418467" y="32412"/>
                  </a:lnTo>
                  <a:lnTo>
                    <a:pt x="4459781" y="49882"/>
                  </a:lnTo>
                  <a:lnTo>
                    <a:pt x="4499178" y="70733"/>
                  </a:lnTo>
                  <a:lnTo>
                    <a:pt x="4536473" y="94782"/>
                  </a:lnTo>
                  <a:lnTo>
                    <a:pt x="4571486" y="121847"/>
                  </a:lnTo>
                  <a:lnTo>
                    <a:pt x="4604032" y="151743"/>
                  </a:lnTo>
                  <a:lnTo>
                    <a:pt x="4633928" y="184289"/>
                  </a:lnTo>
                  <a:lnTo>
                    <a:pt x="4660992" y="219301"/>
                  </a:lnTo>
                  <a:lnTo>
                    <a:pt x="4685041" y="256597"/>
                  </a:lnTo>
                  <a:lnTo>
                    <a:pt x="4705892" y="295994"/>
                  </a:lnTo>
                  <a:lnTo>
                    <a:pt x="4723362" y="337308"/>
                  </a:lnTo>
                  <a:lnTo>
                    <a:pt x="4737268" y="380357"/>
                  </a:lnTo>
                  <a:lnTo>
                    <a:pt x="4747428" y="424958"/>
                  </a:lnTo>
                  <a:lnTo>
                    <a:pt x="4753658" y="470928"/>
                  </a:lnTo>
                  <a:lnTo>
                    <a:pt x="4755775" y="518084"/>
                  </a:lnTo>
                  <a:lnTo>
                    <a:pt x="4753658" y="565241"/>
                  </a:lnTo>
                  <a:lnTo>
                    <a:pt x="4747428" y="611211"/>
                  </a:lnTo>
                  <a:lnTo>
                    <a:pt x="4737268" y="655812"/>
                  </a:lnTo>
                  <a:lnTo>
                    <a:pt x="4723362" y="698861"/>
                  </a:lnTo>
                  <a:lnTo>
                    <a:pt x="4705892" y="740175"/>
                  </a:lnTo>
                  <a:lnTo>
                    <a:pt x="4685041" y="779572"/>
                  </a:lnTo>
                  <a:lnTo>
                    <a:pt x="4660992" y="816868"/>
                  </a:lnTo>
                  <a:lnTo>
                    <a:pt x="4633928" y="851880"/>
                  </a:lnTo>
                  <a:lnTo>
                    <a:pt x="4604032" y="884426"/>
                  </a:lnTo>
                  <a:lnTo>
                    <a:pt x="4571486" y="914322"/>
                  </a:lnTo>
                  <a:lnTo>
                    <a:pt x="4536473" y="941387"/>
                  </a:lnTo>
                  <a:lnTo>
                    <a:pt x="4499178" y="965436"/>
                  </a:lnTo>
                  <a:lnTo>
                    <a:pt x="4459781" y="986287"/>
                  </a:lnTo>
                  <a:lnTo>
                    <a:pt x="4418467" y="1003757"/>
                  </a:lnTo>
                  <a:lnTo>
                    <a:pt x="4375418" y="1017663"/>
                  </a:lnTo>
                  <a:lnTo>
                    <a:pt x="4330817" y="1027822"/>
                  </a:lnTo>
                  <a:lnTo>
                    <a:pt x="4284846" y="1034052"/>
                  </a:lnTo>
                  <a:lnTo>
                    <a:pt x="4237693" y="1036169"/>
                  </a:lnTo>
                  <a:close/>
                </a:path>
              </a:pathLst>
            </a:custGeom>
            <a:solidFill>
              <a:srgbClr val="00006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0" y="0"/>
              <a:ext cx="4772660" cy="1022985"/>
            </a:xfrm>
            <a:custGeom>
              <a:avLst/>
              <a:gdLst/>
              <a:ahLst/>
              <a:cxnLst/>
              <a:rect l="l" t="t" r="r" b="b"/>
              <a:pathLst>
                <a:path w="4772660" h="1022985" extrusionOk="0">
                  <a:moveTo>
                    <a:pt x="4254399" y="1022991"/>
                  </a:moveTo>
                  <a:lnTo>
                    <a:pt x="30399" y="1022991"/>
                  </a:lnTo>
                  <a:lnTo>
                    <a:pt x="0" y="1021626"/>
                  </a:lnTo>
                  <a:lnTo>
                    <a:pt x="0" y="0"/>
                  </a:lnTo>
                  <a:lnTo>
                    <a:pt x="4368738" y="0"/>
                  </a:lnTo>
                  <a:lnTo>
                    <a:pt x="4435176" y="19233"/>
                  </a:lnTo>
                  <a:lnTo>
                    <a:pt x="4476490" y="36703"/>
                  </a:lnTo>
                  <a:lnTo>
                    <a:pt x="4515887" y="57554"/>
                  </a:lnTo>
                  <a:lnTo>
                    <a:pt x="4553182" y="81604"/>
                  </a:lnTo>
                  <a:lnTo>
                    <a:pt x="4588195" y="108668"/>
                  </a:lnTo>
                  <a:lnTo>
                    <a:pt x="4620740" y="138564"/>
                  </a:lnTo>
                  <a:lnTo>
                    <a:pt x="4650637" y="171110"/>
                  </a:lnTo>
                  <a:lnTo>
                    <a:pt x="4677701" y="206122"/>
                  </a:lnTo>
                  <a:lnTo>
                    <a:pt x="4701750" y="243418"/>
                  </a:lnTo>
                  <a:lnTo>
                    <a:pt x="4722601" y="282815"/>
                  </a:lnTo>
                  <a:lnTo>
                    <a:pt x="4740071" y="324129"/>
                  </a:lnTo>
                  <a:lnTo>
                    <a:pt x="4753977" y="367178"/>
                  </a:lnTo>
                  <a:lnTo>
                    <a:pt x="4764137" y="411779"/>
                  </a:lnTo>
                  <a:lnTo>
                    <a:pt x="4770367" y="457749"/>
                  </a:lnTo>
                  <a:lnTo>
                    <a:pt x="4772484" y="504906"/>
                  </a:lnTo>
                  <a:lnTo>
                    <a:pt x="4770367" y="552062"/>
                  </a:lnTo>
                  <a:lnTo>
                    <a:pt x="4764137" y="598032"/>
                  </a:lnTo>
                  <a:lnTo>
                    <a:pt x="4753977" y="642633"/>
                  </a:lnTo>
                  <a:lnTo>
                    <a:pt x="4740071" y="685682"/>
                  </a:lnTo>
                  <a:lnTo>
                    <a:pt x="4722601" y="726996"/>
                  </a:lnTo>
                  <a:lnTo>
                    <a:pt x="4701750" y="766393"/>
                  </a:lnTo>
                  <a:lnTo>
                    <a:pt x="4677701" y="803689"/>
                  </a:lnTo>
                  <a:lnTo>
                    <a:pt x="4650637" y="838701"/>
                  </a:lnTo>
                  <a:lnTo>
                    <a:pt x="4620740" y="871247"/>
                  </a:lnTo>
                  <a:lnTo>
                    <a:pt x="4588195" y="901143"/>
                  </a:lnTo>
                  <a:lnTo>
                    <a:pt x="4553182" y="928208"/>
                  </a:lnTo>
                  <a:lnTo>
                    <a:pt x="4515887" y="952257"/>
                  </a:lnTo>
                  <a:lnTo>
                    <a:pt x="4476490" y="973108"/>
                  </a:lnTo>
                  <a:lnTo>
                    <a:pt x="4435176" y="990578"/>
                  </a:lnTo>
                  <a:lnTo>
                    <a:pt x="4392127" y="1004484"/>
                  </a:lnTo>
                  <a:lnTo>
                    <a:pt x="4347526" y="1014644"/>
                  </a:lnTo>
                  <a:lnTo>
                    <a:pt x="4301555" y="1020873"/>
                  </a:lnTo>
                  <a:lnTo>
                    <a:pt x="4254399" y="1022991"/>
                  </a:lnTo>
                  <a:close/>
                </a:path>
              </a:pathLst>
            </a:custGeom>
            <a:solidFill>
              <a:srgbClr val="86131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4" name="Google Shape;154;p5"/>
          <p:cNvSpPr txBox="1">
            <a:spLocks noGrp="1"/>
          </p:cNvSpPr>
          <p:nvPr>
            <p:ph type="title"/>
          </p:nvPr>
        </p:nvSpPr>
        <p:spPr>
          <a:xfrm>
            <a:off x="9189" y="45548"/>
            <a:ext cx="4902487" cy="879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dirty="0">
                <a:latin typeface="Arial Black"/>
                <a:ea typeface="Arial Black"/>
                <a:cs typeface="Arial Black"/>
                <a:sym typeface="Arial Black"/>
              </a:rPr>
              <a:t>CONVERSATION</a:t>
            </a:r>
            <a:br>
              <a:rPr lang="es-MX" sz="2800" dirty="0"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MX" sz="2800" dirty="0">
                <a:solidFill>
                  <a:srgbClr val="00B050"/>
                </a:solidFill>
                <a:latin typeface="Arial Black"/>
                <a:ea typeface="Arial Black"/>
                <a:cs typeface="Arial Black"/>
                <a:sym typeface="Arial Black"/>
              </a:rPr>
              <a:t>Conversación</a:t>
            </a:r>
            <a:endParaRPr sz="2800" dirty="0">
              <a:solidFill>
                <a:srgbClr val="00B05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6930821" y="45559"/>
            <a:ext cx="837460" cy="482379"/>
          </a:xfrm>
          <a:prstGeom prst="rect">
            <a:avLst/>
          </a:prstGeom>
          <a:solidFill>
            <a:srgbClr val="92D050"/>
          </a:solidFill>
          <a:ln w="25400" cap="flat" cmpd="sng">
            <a:solidFill>
              <a:srgbClr val="769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7948731" y="45548"/>
            <a:ext cx="837460" cy="482400"/>
          </a:xfrm>
          <a:prstGeom prst="rect">
            <a:avLst/>
          </a:prstGeom>
          <a:solidFill>
            <a:srgbClr val="FFFF00"/>
          </a:solidFill>
          <a:ln w="254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8941717" y="45548"/>
            <a:ext cx="837460" cy="482400"/>
          </a:xfrm>
          <a:prstGeom prst="rect">
            <a:avLst/>
          </a:prstGeom>
          <a:solidFill>
            <a:srgbClr val="FF0000"/>
          </a:solidFill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5217695" y="157593"/>
            <a:ext cx="1143000" cy="7067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25400" cap="flat" cmpd="sng">
            <a:solidFill>
              <a:srgbClr val="6324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" name="Google Shape;194;p7"/>
          <p:cNvGrpSpPr/>
          <p:nvPr/>
        </p:nvGrpSpPr>
        <p:grpSpPr>
          <a:xfrm>
            <a:off x="0" y="0"/>
            <a:ext cx="9830066" cy="1162573"/>
            <a:chOff x="0" y="0"/>
            <a:chExt cx="9830066" cy="1162573"/>
          </a:xfrm>
        </p:grpSpPr>
        <p:sp>
          <p:nvSpPr>
            <p:cNvPr id="195" name="Google Shape;195;p7"/>
            <p:cNvSpPr/>
            <p:nvPr/>
          </p:nvSpPr>
          <p:spPr>
            <a:xfrm>
              <a:off x="2629801" y="506684"/>
              <a:ext cx="7200265" cy="38100"/>
            </a:xfrm>
            <a:custGeom>
              <a:avLst/>
              <a:gdLst/>
              <a:ahLst/>
              <a:cxnLst/>
              <a:rect l="l" t="t" r="r" b="b"/>
              <a:pathLst>
                <a:path w="7200265" h="38100" extrusionOk="0">
                  <a:moveTo>
                    <a:pt x="0" y="0"/>
                  </a:moveTo>
                  <a:lnTo>
                    <a:pt x="7199998" y="0"/>
                  </a:lnTo>
                  <a:lnTo>
                    <a:pt x="7199998" y="38099"/>
                  </a:lnTo>
                  <a:lnTo>
                    <a:pt x="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7"/>
            <p:cNvSpPr/>
            <p:nvPr/>
          </p:nvSpPr>
          <p:spPr>
            <a:xfrm>
              <a:off x="0" y="96408"/>
              <a:ext cx="4371340" cy="1066165"/>
            </a:xfrm>
            <a:custGeom>
              <a:avLst/>
              <a:gdLst/>
              <a:ahLst/>
              <a:cxnLst/>
              <a:rect l="l" t="t" r="r" b="b"/>
              <a:pathLst>
                <a:path w="4371340" h="1066165" extrusionOk="0">
                  <a:moveTo>
                    <a:pt x="3838686" y="1065952"/>
                  </a:moveTo>
                  <a:lnTo>
                    <a:pt x="0" y="1065952"/>
                  </a:lnTo>
                  <a:lnTo>
                    <a:pt x="0" y="0"/>
                  </a:lnTo>
                  <a:lnTo>
                    <a:pt x="3838683" y="0"/>
                  </a:lnTo>
                  <a:lnTo>
                    <a:pt x="3887195" y="2178"/>
                  </a:lnTo>
                  <a:lnTo>
                    <a:pt x="3934486" y="8586"/>
                  </a:lnTo>
                  <a:lnTo>
                    <a:pt x="3980369" y="19038"/>
                  </a:lnTo>
                  <a:lnTo>
                    <a:pt x="4024656" y="33344"/>
                  </a:lnTo>
                  <a:lnTo>
                    <a:pt x="4067158" y="51316"/>
                  </a:lnTo>
                  <a:lnTo>
                    <a:pt x="4107687" y="72766"/>
                  </a:lnTo>
                  <a:lnTo>
                    <a:pt x="4146054" y="97507"/>
                  </a:lnTo>
                  <a:lnTo>
                    <a:pt x="4182073" y="125349"/>
                  </a:lnTo>
                  <a:lnTo>
                    <a:pt x="4215554" y="156105"/>
                  </a:lnTo>
                  <a:lnTo>
                    <a:pt x="4246310" y="189586"/>
                  </a:lnTo>
                  <a:lnTo>
                    <a:pt x="4274152" y="225605"/>
                  </a:lnTo>
                  <a:lnTo>
                    <a:pt x="4298893" y="263972"/>
                  </a:lnTo>
                  <a:lnTo>
                    <a:pt x="4320343" y="304501"/>
                  </a:lnTo>
                  <a:lnTo>
                    <a:pt x="4338315" y="347003"/>
                  </a:lnTo>
                  <a:lnTo>
                    <a:pt x="4352621" y="391290"/>
                  </a:lnTo>
                  <a:lnTo>
                    <a:pt x="4363073" y="437173"/>
                  </a:lnTo>
                  <a:lnTo>
                    <a:pt x="4369482" y="484464"/>
                  </a:lnTo>
                  <a:lnTo>
                    <a:pt x="4371027" y="518874"/>
                  </a:lnTo>
                  <a:lnTo>
                    <a:pt x="4371027" y="547078"/>
                  </a:lnTo>
                  <a:lnTo>
                    <a:pt x="4363073" y="628779"/>
                  </a:lnTo>
                  <a:lnTo>
                    <a:pt x="4352621" y="674662"/>
                  </a:lnTo>
                  <a:lnTo>
                    <a:pt x="4338315" y="718949"/>
                  </a:lnTo>
                  <a:lnTo>
                    <a:pt x="4320343" y="761450"/>
                  </a:lnTo>
                  <a:lnTo>
                    <a:pt x="4298893" y="801979"/>
                  </a:lnTo>
                  <a:lnTo>
                    <a:pt x="4274152" y="840347"/>
                  </a:lnTo>
                  <a:lnTo>
                    <a:pt x="4246310" y="876366"/>
                  </a:lnTo>
                  <a:lnTo>
                    <a:pt x="4215554" y="909847"/>
                  </a:lnTo>
                  <a:lnTo>
                    <a:pt x="4182073" y="940603"/>
                  </a:lnTo>
                  <a:lnTo>
                    <a:pt x="4146054" y="968445"/>
                  </a:lnTo>
                  <a:lnTo>
                    <a:pt x="4107687" y="993185"/>
                  </a:lnTo>
                  <a:lnTo>
                    <a:pt x="4067158" y="1014636"/>
                  </a:lnTo>
                  <a:lnTo>
                    <a:pt x="4024656" y="1032608"/>
                  </a:lnTo>
                  <a:lnTo>
                    <a:pt x="3980369" y="1046914"/>
                  </a:lnTo>
                  <a:lnTo>
                    <a:pt x="3934486" y="1057365"/>
                  </a:lnTo>
                  <a:lnTo>
                    <a:pt x="3887195" y="1063774"/>
                  </a:lnTo>
                  <a:lnTo>
                    <a:pt x="3838686" y="1065952"/>
                  </a:lnTo>
                  <a:close/>
                </a:path>
              </a:pathLst>
            </a:custGeom>
            <a:solidFill>
              <a:srgbClr val="00006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7"/>
            <p:cNvSpPr/>
            <p:nvPr/>
          </p:nvSpPr>
          <p:spPr>
            <a:xfrm>
              <a:off x="0" y="0"/>
              <a:ext cx="4387215" cy="1047115"/>
            </a:xfrm>
            <a:custGeom>
              <a:avLst/>
              <a:gdLst/>
              <a:ahLst/>
              <a:cxnLst/>
              <a:rect l="l" t="t" r="r" b="b"/>
              <a:pathLst>
                <a:path w="4387214" h="1047115" extrusionOk="0">
                  <a:moveTo>
                    <a:pt x="3854267" y="1046902"/>
                  </a:moveTo>
                  <a:lnTo>
                    <a:pt x="14538" y="1046902"/>
                  </a:lnTo>
                  <a:lnTo>
                    <a:pt x="0" y="1046249"/>
                  </a:lnTo>
                  <a:lnTo>
                    <a:pt x="0" y="0"/>
                  </a:lnTo>
                  <a:lnTo>
                    <a:pt x="3995989" y="0"/>
                  </a:lnTo>
                  <a:lnTo>
                    <a:pt x="4040239" y="14294"/>
                  </a:lnTo>
                  <a:lnTo>
                    <a:pt x="4082741" y="32266"/>
                  </a:lnTo>
                  <a:lnTo>
                    <a:pt x="4123270" y="53716"/>
                  </a:lnTo>
                  <a:lnTo>
                    <a:pt x="4161638" y="78457"/>
                  </a:lnTo>
                  <a:lnTo>
                    <a:pt x="4197656" y="106299"/>
                  </a:lnTo>
                  <a:lnTo>
                    <a:pt x="4231138" y="137055"/>
                  </a:lnTo>
                  <a:lnTo>
                    <a:pt x="4261893" y="170536"/>
                  </a:lnTo>
                  <a:lnTo>
                    <a:pt x="4289736" y="206555"/>
                  </a:lnTo>
                  <a:lnTo>
                    <a:pt x="4314476" y="244922"/>
                  </a:lnTo>
                  <a:lnTo>
                    <a:pt x="4335926" y="285451"/>
                  </a:lnTo>
                  <a:lnTo>
                    <a:pt x="4353898" y="327953"/>
                  </a:lnTo>
                  <a:lnTo>
                    <a:pt x="4368204" y="372240"/>
                  </a:lnTo>
                  <a:lnTo>
                    <a:pt x="4378656" y="418123"/>
                  </a:lnTo>
                  <a:lnTo>
                    <a:pt x="4385065" y="465414"/>
                  </a:lnTo>
                  <a:lnTo>
                    <a:pt x="4386610" y="499824"/>
                  </a:lnTo>
                  <a:lnTo>
                    <a:pt x="4386610" y="528027"/>
                  </a:lnTo>
                  <a:lnTo>
                    <a:pt x="4378656" y="609729"/>
                  </a:lnTo>
                  <a:lnTo>
                    <a:pt x="4368204" y="655612"/>
                  </a:lnTo>
                  <a:lnTo>
                    <a:pt x="4353898" y="699899"/>
                  </a:lnTo>
                  <a:lnTo>
                    <a:pt x="4335926" y="742400"/>
                  </a:lnTo>
                  <a:lnTo>
                    <a:pt x="4314476" y="782929"/>
                  </a:lnTo>
                  <a:lnTo>
                    <a:pt x="4289736" y="821297"/>
                  </a:lnTo>
                  <a:lnTo>
                    <a:pt x="4261893" y="857316"/>
                  </a:lnTo>
                  <a:lnTo>
                    <a:pt x="4231138" y="890797"/>
                  </a:lnTo>
                  <a:lnTo>
                    <a:pt x="4197656" y="921553"/>
                  </a:lnTo>
                  <a:lnTo>
                    <a:pt x="4161638" y="949395"/>
                  </a:lnTo>
                  <a:lnTo>
                    <a:pt x="4123270" y="974135"/>
                  </a:lnTo>
                  <a:lnTo>
                    <a:pt x="4082741" y="995586"/>
                  </a:lnTo>
                  <a:lnTo>
                    <a:pt x="4040239" y="1013558"/>
                  </a:lnTo>
                  <a:lnTo>
                    <a:pt x="3995953" y="1027864"/>
                  </a:lnTo>
                  <a:lnTo>
                    <a:pt x="3950070" y="1038315"/>
                  </a:lnTo>
                  <a:lnTo>
                    <a:pt x="3902778" y="1044724"/>
                  </a:lnTo>
                  <a:lnTo>
                    <a:pt x="3854267" y="1046902"/>
                  </a:lnTo>
                  <a:close/>
                </a:path>
              </a:pathLst>
            </a:custGeom>
            <a:solidFill>
              <a:srgbClr val="86131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9" name="Google Shape;199;p7"/>
          <p:cNvSpPr txBox="1">
            <a:spLocks noGrp="1"/>
          </p:cNvSpPr>
          <p:nvPr>
            <p:ph type="title"/>
          </p:nvPr>
        </p:nvSpPr>
        <p:spPr>
          <a:xfrm>
            <a:off x="111410" y="176667"/>
            <a:ext cx="4965613" cy="878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dirty="0">
                <a:latin typeface="Arial Black"/>
                <a:ea typeface="Arial Black"/>
                <a:cs typeface="Arial Black"/>
                <a:sym typeface="Arial Black"/>
              </a:rPr>
              <a:t>QUESTIONS</a:t>
            </a:r>
            <a:br>
              <a:rPr lang="es-MX" sz="2800" dirty="0"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MX" sz="2800" dirty="0">
                <a:solidFill>
                  <a:srgbClr val="00B050"/>
                </a:solidFill>
                <a:latin typeface="Arial Black"/>
                <a:ea typeface="Arial Black"/>
                <a:cs typeface="Arial Black"/>
                <a:sym typeface="Arial Black"/>
              </a:rPr>
              <a:t>Preguntas </a:t>
            </a:r>
            <a:endParaRPr sz="3200" dirty="0">
              <a:solidFill>
                <a:srgbClr val="00B05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6930821" y="45559"/>
            <a:ext cx="837460" cy="482379"/>
          </a:xfrm>
          <a:prstGeom prst="rect">
            <a:avLst/>
          </a:prstGeom>
          <a:solidFill>
            <a:srgbClr val="92D050"/>
          </a:solidFill>
          <a:ln w="25400" cap="flat" cmpd="sng">
            <a:solidFill>
              <a:srgbClr val="769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7948731" y="45548"/>
            <a:ext cx="837460" cy="482400"/>
          </a:xfrm>
          <a:prstGeom prst="rect">
            <a:avLst/>
          </a:prstGeom>
          <a:solidFill>
            <a:srgbClr val="FFFF00"/>
          </a:solidFill>
          <a:ln w="254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8941717" y="45548"/>
            <a:ext cx="837460" cy="482400"/>
          </a:xfrm>
          <a:prstGeom prst="rect">
            <a:avLst/>
          </a:prstGeom>
          <a:solidFill>
            <a:srgbClr val="FF0000"/>
          </a:solidFill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8593165" y="666628"/>
            <a:ext cx="1143000" cy="7067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25400" cap="flat" cmpd="sng">
            <a:solidFill>
              <a:srgbClr val="6324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 txBox="1"/>
          <p:nvPr/>
        </p:nvSpPr>
        <p:spPr>
          <a:xfrm>
            <a:off x="266700" y="1855133"/>
            <a:ext cx="10035722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 Black"/>
              <a:buNone/>
            </a:pPr>
            <a:r>
              <a:rPr lang="es-MX" sz="3200" b="0" i="0" u="none" strike="noStrike" cap="none" dirty="0" err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How</a:t>
            </a:r>
            <a:r>
              <a:rPr lang="es-MX" sz="3200" b="0" i="0" u="none" strike="noStrike" cap="none" dirty="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do </a:t>
            </a:r>
            <a:r>
              <a:rPr lang="es-MX" sz="3200" b="0" i="0" u="none" strike="noStrike" cap="none" dirty="0" err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you</a:t>
            </a:r>
            <a:r>
              <a:rPr lang="es-MX" sz="3200" b="0" i="0" u="none" strike="noStrike" cap="none" dirty="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s-MX" sz="3200" b="0" i="0" u="none" strike="noStrike" cap="none" dirty="0" err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say</a:t>
            </a:r>
            <a:r>
              <a:rPr lang="es-MX" sz="3200" b="0" i="0" u="none" strike="noStrike" cap="none" dirty="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________ in English?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 Black"/>
              <a:buNone/>
            </a:pPr>
            <a:r>
              <a:rPr lang="es-MX" sz="3200" dirty="0">
                <a:solidFill>
                  <a:srgbClr val="00B050"/>
                </a:solidFill>
                <a:latin typeface="Arial Black"/>
                <a:ea typeface="Calibri"/>
                <a:cs typeface="Calibri"/>
                <a:sym typeface="Arial Black"/>
              </a:rPr>
              <a:t>Como se dice en Ingles______?</a:t>
            </a:r>
            <a:endParaRPr sz="1600" dirty="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 txBox="1"/>
          <p:nvPr/>
        </p:nvSpPr>
        <p:spPr>
          <a:xfrm>
            <a:off x="266700" y="3457849"/>
            <a:ext cx="8824258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 Black"/>
              <a:buNone/>
            </a:pPr>
            <a:r>
              <a:rPr lang="es-MX" sz="3200" b="0" i="0" u="none" strike="noStrike" cap="none" dirty="0" err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What’s</a:t>
            </a:r>
            <a:r>
              <a:rPr lang="es-MX" sz="3200" b="0" i="0" u="none" strike="noStrike" cap="none" dirty="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s-MX" sz="3200" b="0" i="0" u="none" strike="noStrike" cap="none" dirty="0" err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the</a:t>
            </a:r>
            <a:r>
              <a:rPr lang="es-MX" sz="3200" b="0" i="0" u="none" strike="noStrike" cap="none" dirty="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s-MX" sz="3200" b="0" i="0" u="none" strike="noStrike" cap="none" dirty="0" err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meaning</a:t>
            </a:r>
            <a:r>
              <a:rPr lang="es-MX" sz="3200" b="0" i="0" u="none" strike="noStrike" cap="none" dirty="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s-MX" sz="3200" b="0" i="0" u="none" strike="noStrike" cap="none" dirty="0" err="1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of</a:t>
            </a:r>
            <a:r>
              <a:rPr lang="es-MX" sz="3200" b="0" i="0" u="none" strike="noStrike" cap="none" dirty="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________?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 Black"/>
              <a:buNone/>
            </a:pPr>
            <a:r>
              <a:rPr lang="es-MX" sz="3200" dirty="0">
                <a:solidFill>
                  <a:srgbClr val="00B050"/>
                </a:solidFill>
                <a:latin typeface="Arial Black"/>
                <a:ea typeface="Calibri"/>
                <a:cs typeface="Calibri"/>
                <a:sym typeface="Arial Black"/>
              </a:rPr>
              <a:t>Cual es el significado de _____?</a:t>
            </a:r>
            <a:endParaRPr sz="1600" dirty="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398</Words>
  <Application>Microsoft Office PowerPoint</Application>
  <PresentationFormat>Custom</PresentationFormat>
  <Paragraphs>59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 Black</vt:lpstr>
      <vt:lpstr>Arial</vt:lpstr>
      <vt:lpstr>Helvetica Neue</vt:lpstr>
      <vt:lpstr>Calibri</vt:lpstr>
      <vt:lpstr>Office Theme</vt:lpstr>
      <vt:lpstr>PowerPoint Presentation</vt:lpstr>
      <vt:lpstr>GREETINGS Saludos </vt:lpstr>
      <vt:lpstr>NICE TO MEET YOU/ Un place saludarte </vt:lpstr>
      <vt:lpstr>GOOD BYE</vt:lpstr>
      <vt:lpstr>CONVERSATION Conversación</vt:lpstr>
      <vt:lpstr>QUESTIONS Preguntas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Nieto Keisa</dc:creator>
  <cp:lastModifiedBy>Aaron Ernesto Escobar Duran</cp:lastModifiedBy>
  <cp:revision>1</cp:revision>
  <dcterms:created xsi:type="dcterms:W3CDTF">2024-03-26T22:41:25Z</dcterms:created>
  <dcterms:modified xsi:type="dcterms:W3CDTF">2026-02-23T18:23:37Z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2024-03-26T00:00:00Z</vt:filetime>
  </property>
  <property fmtid="{D5CDD505-2E9C-101B-9397-08002B2CF9AE}" pid="3" name="Creator">
    <vt:lpwstr>Canva</vt:lpwstr>
  </property>
  <property fmtid="{D5CDD505-2E9C-101B-9397-08002B2CF9AE}" pid="4" name="LastSaved">
    <vt:filetime>2024-03-26T00:00:00Z</vt:filetime>
  </property>
</Properties>
</file>