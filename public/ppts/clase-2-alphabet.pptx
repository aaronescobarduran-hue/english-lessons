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Arial Black" panose="020B0A04020102020204" pitchFamily="34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iUqSEx5kdHTomAyigFUmjaIBEV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" name="Google Shape;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" name="Google Shape;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ctrTitle"/>
          </p:nvPr>
        </p:nvSpPr>
        <p:spPr>
          <a:xfrm>
            <a:off x="914400" y="2541371"/>
            <a:ext cx="103632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6pPr>
            <a:lvl7pPr lvl="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lvl="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8pPr>
            <a:lvl9pPr lvl="8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11082892" y="6446579"/>
            <a:ext cx="27090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 txBox="1">
            <a:spLocks noGrp="1"/>
          </p:cNvSpPr>
          <p:nvPr>
            <p:ph type="ctrTitle"/>
          </p:nvPr>
        </p:nvSpPr>
        <p:spPr>
          <a:xfrm>
            <a:off x="914400" y="2541371"/>
            <a:ext cx="103632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22" name="Google Shape;22;p1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endParaRPr/>
          </a:p>
        </p:txBody>
      </p:sp>
      <p:pic>
        <p:nvPicPr>
          <p:cNvPr id="23" name="Google Shape;2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7108"/>
            <a:ext cx="12192000" cy="688634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/>
          <p:nvPr/>
        </p:nvSpPr>
        <p:spPr>
          <a:xfrm>
            <a:off x="91371" y="170674"/>
            <a:ext cx="4282371" cy="1680986"/>
          </a:xfrm>
          <a:prstGeom prst="parallelogram">
            <a:avLst>
              <a:gd name="adj" fmla="val 25000"/>
            </a:avLst>
          </a:prstGeom>
          <a:solidFill>
            <a:srgbClr val="731A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Calibri"/>
              <a:buNone/>
            </a:pPr>
            <a:endParaRPr sz="2199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282" y="42669"/>
            <a:ext cx="2890726" cy="1136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" descr="Google Shape;91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054787"/>
            <a:ext cx="4965149" cy="8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 txBox="1"/>
          <p:nvPr/>
        </p:nvSpPr>
        <p:spPr>
          <a:xfrm>
            <a:off x="234282" y="6174645"/>
            <a:ext cx="4699771" cy="584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es-MX" sz="3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Chapter 1, Lesson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/>
        </p:nvSpPr>
        <p:spPr>
          <a:xfrm>
            <a:off x="452437" y="300037"/>
            <a:ext cx="3571876" cy="662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es-MX" sz="3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ALPHABET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754238" y="1075848"/>
            <a:ext cx="8487443" cy="1704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 Black"/>
              <a:buNone/>
            </a:pPr>
            <a:r>
              <a:rPr lang="es-MX" sz="9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B C D E F 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1516610" y="2465989"/>
            <a:ext cx="6962699" cy="1704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 Black"/>
              <a:buNone/>
            </a:pPr>
            <a:r>
              <a:rPr lang="es-MX" sz="9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 I J K L 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691451" y="3745897"/>
            <a:ext cx="8613017" cy="1704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 Black"/>
              <a:buNone/>
            </a:pPr>
            <a:r>
              <a:rPr lang="es-MX" sz="9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 O P Q R S 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1199048" y="5040629"/>
            <a:ext cx="7597823" cy="1704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 Black"/>
              <a:buNone/>
            </a:pPr>
            <a:r>
              <a:rPr lang="es-MX" sz="9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U V W X Y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0507378" y="1685667"/>
            <a:ext cx="1441451" cy="1439864"/>
          </a:xfrm>
          <a:prstGeom prst="ellipse">
            <a:avLst/>
          </a:prstGeom>
          <a:solidFill>
            <a:srgbClr val="FFFF00">
              <a:alpha val="42352"/>
            </a:srgbClr>
          </a:solidFill>
          <a:ln w="12700" cap="flat" cmpd="sng">
            <a:solidFill>
              <a:srgbClr val="2F52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491667" y="1781558"/>
            <a:ext cx="1439864" cy="1439864"/>
          </a:xfrm>
          <a:prstGeom prst="ellipse">
            <a:avLst/>
          </a:prstGeom>
          <a:solidFill>
            <a:srgbClr val="FFFF00">
              <a:alpha val="42352"/>
            </a:srgbClr>
          </a:solidFill>
          <a:ln w="12700" cap="flat" cmpd="sng">
            <a:solidFill>
              <a:srgbClr val="2F52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495461" y="1692127"/>
            <a:ext cx="1439863" cy="1441451"/>
          </a:xfrm>
          <a:prstGeom prst="ellipse">
            <a:avLst/>
          </a:prstGeom>
          <a:solidFill>
            <a:srgbClr val="FFFF00">
              <a:alpha val="42352"/>
            </a:srgbClr>
          </a:solidFill>
          <a:ln w="12700" cap="flat" cmpd="sng">
            <a:solidFill>
              <a:srgbClr val="2F52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497049" y="1720375"/>
            <a:ext cx="1439863" cy="1439863"/>
          </a:xfrm>
          <a:prstGeom prst="ellipse">
            <a:avLst/>
          </a:prstGeom>
          <a:solidFill>
            <a:srgbClr val="FFFF00">
              <a:alpha val="42352"/>
            </a:srgbClr>
          </a:solidFill>
          <a:ln w="12700" cap="flat" cmpd="sng">
            <a:solidFill>
              <a:srgbClr val="2F52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0507378" y="1733762"/>
            <a:ext cx="1439864" cy="1439863"/>
          </a:xfrm>
          <a:prstGeom prst="ellipse">
            <a:avLst/>
          </a:prstGeom>
          <a:solidFill>
            <a:srgbClr val="FFFF00">
              <a:alpha val="42352"/>
            </a:srgbClr>
          </a:solidFill>
          <a:ln w="12700" cap="flat" cmpd="sng">
            <a:solidFill>
              <a:srgbClr val="2F52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0496256" y="1746851"/>
            <a:ext cx="1441451" cy="1439863"/>
          </a:xfrm>
          <a:prstGeom prst="ellipse">
            <a:avLst/>
          </a:prstGeom>
          <a:solidFill>
            <a:srgbClr val="FFFF00">
              <a:alpha val="42352"/>
            </a:srgbClr>
          </a:solidFill>
          <a:ln w="12700" cap="flat" cmpd="sng">
            <a:solidFill>
              <a:srgbClr val="2F52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0519064" y="1751751"/>
            <a:ext cx="1439864" cy="1439864"/>
          </a:xfrm>
          <a:prstGeom prst="ellipse">
            <a:avLst/>
          </a:prstGeom>
          <a:solidFill>
            <a:srgbClr val="FFFF00">
              <a:alpha val="42352"/>
            </a:srgbClr>
          </a:solidFill>
          <a:ln w="12700" cap="flat" cmpd="sng">
            <a:solidFill>
              <a:srgbClr val="2F52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0476624" y="1745263"/>
            <a:ext cx="1439863" cy="1441451"/>
          </a:xfrm>
          <a:prstGeom prst="ellipse">
            <a:avLst/>
          </a:prstGeom>
          <a:solidFill>
            <a:srgbClr val="FFFF00">
              <a:alpha val="42352"/>
            </a:srgbClr>
          </a:solidFill>
          <a:ln w="12700" cap="flat" cmpd="sng">
            <a:solidFill>
              <a:srgbClr val="2F52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oogle Shape;46;p2"/>
          <p:cNvGrpSpPr/>
          <p:nvPr/>
        </p:nvGrpSpPr>
        <p:grpSpPr>
          <a:xfrm>
            <a:off x="0" y="0"/>
            <a:ext cx="12192274" cy="1172821"/>
            <a:chOff x="0" y="0"/>
            <a:chExt cx="9830021" cy="1172821"/>
          </a:xfrm>
        </p:grpSpPr>
        <p:sp>
          <p:nvSpPr>
            <p:cNvPr id="47" name="Google Shape;47;p2"/>
            <p:cNvSpPr/>
            <p:nvPr/>
          </p:nvSpPr>
          <p:spPr>
            <a:xfrm>
              <a:off x="1098136" y="572861"/>
              <a:ext cx="8731885" cy="38100"/>
            </a:xfrm>
            <a:custGeom>
              <a:avLst/>
              <a:gdLst/>
              <a:ahLst/>
              <a:cxnLst/>
              <a:rect l="l" t="t" r="r" b="b"/>
              <a:pathLst>
                <a:path w="8731885" h="38100" extrusionOk="0">
                  <a:moveTo>
                    <a:pt x="0" y="0"/>
                  </a:moveTo>
                  <a:lnTo>
                    <a:pt x="8731663" y="0"/>
                  </a:lnTo>
                  <a:lnTo>
                    <a:pt x="8731663" y="38099"/>
                  </a:lnTo>
                  <a:lnTo>
                    <a:pt x="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0" y="107291"/>
              <a:ext cx="4107179" cy="1065530"/>
            </a:xfrm>
            <a:custGeom>
              <a:avLst/>
              <a:gdLst/>
              <a:ahLst/>
              <a:cxnLst/>
              <a:rect l="l" t="t" r="r" b="b"/>
              <a:pathLst>
                <a:path w="4107179" h="1065530" extrusionOk="0">
                  <a:moveTo>
                    <a:pt x="3574283" y="1065401"/>
                  </a:moveTo>
                  <a:lnTo>
                    <a:pt x="0" y="1065401"/>
                  </a:lnTo>
                  <a:lnTo>
                    <a:pt x="0" y="0"/>
                  </a:lnTo>
                  <a:lnTo>
                    <a:pt x="3574282" y="0"/>
                  </a:lnTo>
                  <a:lnTo>
                    <a:pt x="3622768" y="2176"/>
                  </a:lnTo>
                  <a:lnTo>
                    <a:pt x="3670035" y="8582"/>
                  </a:lnTo>
                  <a:lnTo>
                    <a:pt x="3715895" y="19028"/>
                  </a:lnTo>
                  <a:lnTo>
                    <a:pt x="3760158" y="33327"/>
                  </a:lnTo>
                  <a:lnTo>
                    <a:pt x="3802638" y="51290"/>
                  </a:lnTo>
                  <a:lnTo>
                    <a:pt x="3843146" y="72729"/>
                  </a:lnTo>
                  <a:lnTo>
                    <a:pt x="3881494" y="97456"/>
                  </a:lnTo>
                  <a:lnTo>
                    <a:pt x="3917494" y="125284"/>
                  </a:lnTo>
                  <a:lnTo>
                    <a:pt x="3950958" y="156024"/>
                  </a:lnTo>
                  <a:lnTo>
                    <a:pt x="3981698" y="189488"/>
                  </a:lnTo>
                  <a:lnTo>
                    <a:pt x="4009526" y="225488"/>
                  </a:lnTo>
                  <a:lnTo>
                    <a:pt x="4034254" y="263836"/>
                  </a:lnTo>
                  <a:lnTo>
                    <a:pt x="4055693" y="304344"/>
                  </a:lnTo>
                  <a:lnTo>
                    <a:pt x="4073656" y="346824"/>
                  </a:lnTo>
                  <a:lnTo>
                    <a:pt x="4087954" y="391087"/>
                  </a:lnTo>
                  <a:lnTo>
                    <a:pt x="4098400" y="436947"/>
                  </a:lnTo>
                  <a:lnTo>
                    <a:pt x="4104806" y="484214"/>
                  </a:lnTo>
                  <a:lnTo>
                    <a:pt x="4106983" y="532700"/>
                  </a:lnTo>
                  <a:lnTo>
                    <a:pt x="4104806" y="581187"/>
                  </a:lnTo>
                  <a:lnTo>
                    <a:pt x="4098400" y="628454"/>
                  </a:lnTo>
                  <a:lnTo>
                    <a:pt x="4087954" y="674313"/>
                  </a:lnTo>
                  <a:lnTo>
                    <a:pt x="4073656" y="718577"/>
                  </a:lnTo>
                  <a:lnTo>
                    <a:pt x="4055693" y="761057"/>
                  </a:lnTo>
                  <a:lnTo>
                    <a:pt x="4034254" y="801565"/>
                  </a:lnTo>
                  <a:lnTo>
                    <a:pt x="4009526" y="839913"/>
                  </a:lnTo>
                  <a:lnTo>
                    <a:pt x="3981698" y="875913"/>
                  </a:lnTo>
                  <a:lnTo>
                    <a:pt x="3950958" y="909377"/>
                  </a:lnTo>
                  <a:lnTo>
                    <a:pt x="3917494" y="940117"/>
                  </a:lnTo>
                  <a:lnTo>
                    <a:pt x="3881494" y="967945"/>
                  </a:lnTo>
                  <a:lnTo>
                    <a:pt x="3843146" y="992672"/>
                  </a:lnTo>
                  <a:lnTo>
                    <a:pt x="3802638" y="1014111"/>
                  </a:lnTo>
                  <a:lnTo>
                    <a:pt x="3760158" y="1032074"/>
                  </a:lnTo>
                  <a:lnTo>
                    <a:pt x="3715895" y="1046373"/>
                  </a:lnTo>
                  <a:lnTo>
                    <a:pt x="3670035" y="1056819"/>
                  </a:lnTo>
                  <a:lnTo>
                    <a:pt x="3622768" y="1063224"/>
                  </a:lnTo>
                  <a:lnTo>
                    <a:pt x="3574283" y="1065401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0" y="0"/>
              <a:ext cx="4122420" cy="1057910"/>
            </a:xfrm>
            <a:custGeom>
              <a:avLst/>
              <a:gdLst/>
              <a:ahLst/>
              <a:cxnLst/>
              <a:rect l="l" t="t" r="r" b="b"/>
              <a:pathLst>
                <a:path w="4122420" h="1057910" extrusionOk="0">
                  <a:moveTo>
                    <a:pt x="3589669" y="1057293"/>
                  </a:moveTo>
                  <a:lnTo>
                    <a:pt x="0" y="1057293"/>
                  </a:lnTo>
                  <a:lnTo>
                    <a:pt x="0" y="0"/>
                  </a:lnTo>
                  <a:lnTo>
                    <a:pt x="3681919" y="0"/>
                  </a:lnTo>
                  <a:lnTo>
                    <a:pt x="3685422" y="474"/>
                  </a:lnTo>
                  <a:lnTo>
                    <a:pt x="3731281" y="10920"/>
                  </a:lnTo>
                  <a:lnTo>
                    <a:pt x="3775545" y="25219"/>
                  </a:lnTo>
                  <a:lnTo>
                    <a:pt x="3818025" y="43182"/>
                  </a:lnTo>
                  <a:lnTo>
                    <a:pt x="3858533" y="64621"/>
                  </a:lnTo>
                  <a:lnTo>
                    <a:pt x="3896881" y="89348"/>
                  </a:lnTo>
                  <a:lnTo>
                    <a:pt x="3932881" y="117176"/>
                  </a:lnTo>
                  <a:lnTo>
                    <a:pt x="3966345" y="147916"/>
                  </a:lnTo>
                  <a:lnTo>
                    <a:pt x="3997085" y="181380"/>
                  </a:lnTo>
                  <a:lnTo>
                    <a:pt x="4024913" y="217380"/>
                  </a:lnTo>
                  <a:lnTo>
                    <a:pt x="4049640" y="255728"/>
                  </a:lnTo>
                  <a:lnTo>
                    <a:pt x="4071079" y="296236"/>
                  </a:lnTo>
                  <a:lnTo>
                    <a:pt x="4089042" y="338716"/>
                  </a:lnTo>
                  <a:lnTo>
                    <a:pt x="4103341" y="382980"/>
                  </a:lnTo>
                  <a:lnTo>
                    <a:pt x="4113787" y="428839"/>
                  </a:lnTo>
                  <a:lnTo>
                    <a:pt x="4120193" y="476106"/>
                  </a:lnTo>
                  <a:lnTo>
                    <a:pt x="4122370" y="524593"/>
                  </a:lnTo>
                  <a:lnTo>
                    <a:pt x="4120193" y="573079"/>
                  </a:lnTo>
                  <a:lnTo>
                    <a:pt x="4113787" y="620346"/>
                  </a:lnTo>
                  <a:lnTo>
                    <a:pt x="4103341" y="666206"/>
                  </a:lnTo>
                  <a:lnTo>
                    <a:pt x="4089042" y="710469"/>
                  </a:lnTo>
                  <a:lnTo>
                    <a:pt x="4071079" y="752949"/>
                  </a:lnTo>
                  <a:lnTo>
                    <a:pt x="4049640" y="793457"/>
                  </a:lnTo>
                  <a:lnTo>
                    <a:pt x="4024913" y="831805"/>
                  </a:lnTo>
                  <a:lnTo>
                    <a:pt x="3997085" y="867805"/>
                  </a:lnTo>
                  <a:lnTo>
                    <a:pt x="3966345" y="901269"/>
                  </a:lnTo>
                  <a:lnTo>
                    <a:pt x="3932881" y="932009"/>
                  </a:lnTo>
                  <a:lnTo>
                    <a:pt x="3896881" y="959837"/>
                  </a:lnTo>
                  <a:lnTo>
                    <a:pt x="3858533" y="984564"/>
                  </a:lnTo>
                  <a:lnTo>
                    <a:pt x="3818025" y="1006003"/>
                  </a:lnTo>
                  <a:lnTo>
                    <a:pt x="3775545" y="1023966"/>
                  </a:lnTo>
                  <a:lnTo>
                    <a:pt x="3731281" y="1038265"/>
                  </a:lnTo>
                  <a:lnTo>
                    <a:pt x="3685422" y="1048711"/>
                  </a:lnTo>
                  <a:lnTo>
                    <a:pt x="3638155" y="1055117"/>
                  </a:lnTo>
                  <a:lnTo>
                    <a:pt x="3589669" y="1057293"/>
                  </a:lnTo>
                  <a:close/>
                </a:path>
              </a:pathLst>
            </a:custGeom>
            <a:solidFill>
              <a:srgbClr val="8613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" name="Google Shape;50;p2"/>
          <p:cNvSpPr txBox="1"/>
          <p:nvPr/>
        </p:nvSpPr>
        <p:spPr>
          <a:xfrm>
            <a:off x="635781" y="282099"/>
            <a:ext cx="3822613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Black"/>
              <a:buNone/>
            </a:pPr>
            <a:r>
              <a:rPr lang="es-MX" sz="4000" b="1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ALPHABET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930821" y="45559"/>
            <a:ext cx="837460" cy="482379"/>
          </a:xfrm>
          <a:prstGeom prst="rect">
            <a:avLst/>
          </a:prstGeom>
          <a:solidFill>
            <a:srgbClr val="92D050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948731" y="45548"/>
            <a:ext cx="837460" cy="482400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941717" y="45548"/>
            <a:ext cx="837460" cy="482400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0886672" y="736323"/>
            <a:ext cx="1143000" cy="7067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25400" cap="flat" cmpd="sng">
            <a:solidFill>
              <a:srgbClr val="833C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 txBox="1"/>
          <p:nvPr/>
        </p:nvSpPr>
        <p:spPr>
          <a:xfrm>
            <a:off x="452437" y="300037"/>
            <a:ext cx="3571876" cy="662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es-MX" sz="3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SPELLING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162328" y="1302600"/>
            <a:ext cx="114177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1016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s-MX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p3"/>
          <p:cNvGrpSpPr/>
          <p:nvPr/>
        </p:nvGrpSpPr>
        <p:grpSpPr>
          <a:xfrm>
            <a:off x="0" y="0"/>
            <a:ext cx="12192274" cy="1172821"/>
            <a:chOff x="0" y="0"/>
            <a:chExt cx="9830021" cy="1172821"/>
          </a:xfrm>
        </p:grpSpPr>
        <p:sp>
          <p:nvSpPr>
            <p:cNvPr id="66" name="Google Shape;66;p3"/>
            <p:cNvSpPr/>
            <p:nvPr/>
          </p:nvSpPr>
          <p:spPr>
            <a:xfrm>
              <a:off x="1098136" y="572861"/>
              <a:ext cx="8731885" cy="38100"/>
            </a:xfrm>
            <a:custGeom>
              <a:avLst/>
              <a:gdLst/>
              <a:ahLst/>
              <a:cxnLst/>
              <a:rect l="l" t="t" r="r" b="b"/>
              <a:pathLst>
                <a:path w="8731885" h="38100" extrusionOk="0">
                  <a:moveTo>
                    <a:pt x="0" y="0"/>
                  </a:moveTo>
                  <a:lnTo>
                    <a:pt x="8731663" y="0"/>
                  </a:lnTo>
                  <a:lnTo>
                    <a:pt x="8731663" y="38099"/>
                  </a:lnTo>
                  <a:lnTo>
                    <a:pt x="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0" y="107291"/>
              <a:ext cx="4107179" cy="1065530"/>
            </a:xfrm>
            <a:custGeom>
              <a:avLst/>
              <a:gdLst/>
              <a:ahLst/>
              <a:cxnLst/>
              <a:rect l="l" t="t" r="r" b="b"/>
              <a:pathLst>
                <a:path w="4107179" h="1065530" extrusionOk="0">
                  <a:moveTo>
                    <a:pt x="3574283" y="1065401"/>
                  </a:moveTo>
                  <a:lnTo>
                    <a:pt x="0" y="1065401"/>
                  </a:lnTo>
                  <a:lnTo>
                    <a:pt x="0" y="0"/>
                  </a:lnTo>
                  <a:lnTo>
                    <a:pt x="3574282" y="0"/>
                  </a:lnTo>
                  <a:lnTo>
                    <a:pt x="3622768" y="2176"/>
                  </a:lnTo>
                  <a:lnTo>
                    <a:pt x="3670035" y="8582"/>
                  </a:lnTo>
                  <a:lnTo>
                    <a:pt x="3715895" y="19028"/>
                  </a:lnTo>
                  <a:lnTo>
                    <a:pt x="3760158" y="33327"/>
                  </a:lnTo>
                  <a:lnTo>
                    <a:pt x="3802638" y="51290"/>
                  </a:lnTo>
                  <a:lnTo>
                    <a:pt x="3843146" y="72729"/>
                  </a:lnTo>
                  <a:lnTo>
                    <a:pt x="3881494" y="97456"/>
                  </a:lnTo>
                  <a:lnTo>
                    <a:pt x="3917494" y="125284"/>
                  </a:lnTo>
                  <a:lnTo>
                    <a:pt x="3950958" y="156024"/>
                  </a:lnTo>
                  <a:lnTo>
                    <a:pt x="3981698" y="189488"/>
                  </a:lnTo>
                  <a:lnTo>
                    <a:pt x="4009526" y="225488"/>
                  </a:lnTo>
                  <a:lnTo>
                    <a:pt x="4034254" y="263836"/>
                  </a:lnTo>
                  <a:lnTo>
                    <a:pt x="4055693" y="304344"/>
                  </a:lnTo>
                  <a:lnTo>
                    <a:pt x="4073656" y="346824"/>
                  </a:lnTo>
                  <a:lnTo>
                    <a:pt x="4087954" y="391087"/>
                  </a:lnTo>
                  <a:lnTo>
                    <a:pt x="4098400" y="436947"/>
                  </a:lnTo>
                  <a:lnTo>
                    <a:pt x="4104806" y="484214"/>
                  </a:lnTo>
                  <a:lnTo>
                    <a:pt x="4106983" y="532700"/>
                  </a:lnTo>
                  <a:lnTo>
                    <a:pt x="4104806" y="581187"/>
                  </a:lnTo>
                  <a:lnTo>
                    <a:pt x="4098400" y="628454"/>
                  </a:lnTo>
                  <a:lnTo>
                    <a:pt x="4087954" y="674313"/>
                  </a:lnTo>
                  <a:lnTo>
                    <a:pt x="4073656" y="718577"/>
                  </a:lnTo>
                  <a:lnTo>
                    <a:pt x="4055693" y="761057"/>
                  </a:lnTo>
                  <a:lnTo>
                    <a:pt x="4034254" y="801565"/>
                  </a:lnTo>
                  <a:lnTo>
                    <a:pt x="4009526" y="839913"/>
                  </a:lnTo>
                  <a:lnTo>
                    <a:pt x="3981698" y="875913"/>
                  </a:lnTo>
                  <a:lnTo>
                    <a:pt x="3950958" y="909377"/>
                  </a:lnTo>
                  <a:lnTo>
                    <a:pt x="3917494" y="940117"/>
                  </a:lnTo>
                  <a:lnTo>
                    <a:pt x="3881494" y="967945"/>
                  </a:lnTo>
                  <a:lnTo>
                    <a:pt x="3843146" y="992672"/>
                  </a:lnTo>
                  <a:lnTo>
                    <a:pt x="3802638" y="1014111"/>
                  </a:lnTo>
                  <a:lnTo>
                    <a:pt x="3760158" y="1032074"/>
                  </a:lnTo>
                  <a:lnTo>
                    <a:pt x="3715895" y="1046373"/>
                  </a:lnTo>
                  <a:lnTo>
                    <a:pt x="3670035" y="1056819"/>
                  </a:lnTo>
                  <a:lnTo>
                    <a:pt x="3622768" y="1063224"/>
                  </a:lnTo>
                  <a:lnTo>
                    <a:pt x="3574283" y="1065401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0" y="0"/>
              <a:ext cx="4122420" cy="1057910"/>
            </a:xfrm>
            <a:custGeom>
              <a:avLst/>
              <a:gdLst/>
              <a:ahLst/>
              <a:cxnLst/>
              <a:rect l="l" t="t" r="r" b="b"/>
              <a:pathLst>
                <a:path w="4122420" h="1057910" extrusionOk="0">
                  <a:moveTo>
                    <a:pt x="3589669" y="1057293"/>
                  </a:moveTo>
                  <a:lnTo>
                    <a:pt x="0" y="1057293"/>
                  </a:lnTo>
                  <a:lnTo>
                    <a:pt x="0" y="0"/>
                  </a:lnTo>
                  <a:lnTo>
                    <a:pt x="3681919" y="0"/>
                  </a:lnTo>
                  <a:lnTo>
                    <a:pt x="3685422" y="474"/>
                  </a:lnTo>
                  <a:lnTo>
                    <a:pt x="3731281" y="10920"/>
                  </a:lnTo>
                  <a:lnTo>
                    <a:pt x="3775545" y="25219"/>
                  </a:lnTo>
                  <a:lnTo>
                    <a:pt x="3818025" y="43182"/>
                  </a:lnTo>
                  <a:lnTo>
                    <a:pt x="3858533" y="64621"/>
                  </a:lnTo>
                  <a:lnTo>
                    <a:pt x="3896881" y="89348"/>
                  </a:lnTo>
                  <a:lnTo>
                    <a:pt x="3932881" y="117176"/>
                  </a:lnTo>
                  <a:lnTo>
                    <a:pt x="3966345" y="147916"/>
                  </a:lnTo>
                  <a:lnTo>
                    <a:pt x="3997085" y="181380"/>
                  </a:lnTo>
                  <a:lnTo>
                    <a:pt x="4024913" y="217380"/>
                  </a:lnTo>
                  <a:lnTo>
                    <a:pt x="4049640" y="255728"/>
                  </a:lnTo>
                  <a:lnTo>
                    <a:pt x="4071079" y="296236"/>
                  </a:lnTo>
                  <a:lnTo>
                    <a:pt x="4089042" y="338716"/>
                  </a:lnTo>
                  <a:lnTo>
                    <a:pt x="4103341" y="382980"/>
                  </a:lnTo>
                  <a:lnTo>
                    <a:pt x="4113787" y="428839"/>
                  </a:lnTo>
                  <a:lnTo>
                    <a:pt x="4120193" y="476106"/>
                  </a:lnTo>
                  <a:lnTo>
                    <a:pt x="4122370" y="524593"/>
                  </a:lnTo>
                  <a:lnTo>
                    <a:pt x="4120193" y="573079"/>
                  </a:lnTo>
                  <a:lnTo>
                    <a:pt x="4113787" y="620346"/>
                  </a:lnTo>
                  <a:lnTo>
                    <a:pt x="4103341" y="666206"/>
                  </a:lnTo>
                  <a:lnTo>
                    <a:pt x="4089042" y="710469"/>
                  </a:lnTo>
                  <a:lnTo>
                    <a:pt x="4071079" y="752949"/>
                  </a:lnTo>
                  <a:lnTo>
                    <a:pt x="4049640" y="793457"/>
                  </a:lnTo>
                  <a:lnTo>
                    <a:pt x="4024913" y="831805"/>
                  </a:lnTo>
                  <a:lnTo>
                    <a:pt x="3997085" y="867805"/>
                  </a:lnTo>
                  <a:lnTo>
                    <a:pt x="3966345" y="901269"/>
                  </a:lnTo>
                  <a:lnTo>
                    <a:pt x="3932881" y="932009"/>
                  </a:lnTo>
                  <a:lnTo>
                    <a:pt x="3896881" y="959837"/>
                  </a:lnTo>
                  <a:lnTo>
                    <a:pt x="3858533" y="984564"/>
                  </a:lnTo>
                  <a:lnTo>
                    <a:pt x="3818025" y="1006003"/>
                  </a:lnTo>
                  <a:lnTo>
                    <a:pt x="3775545" y="1023966"/>
                  </a:lnTo>
                  <a:lnTo>
                    <a:pt x="3731281" y="1038265"/>
                  </a:lnTo>
                  <a:lnTo>
                    <a:pt x="3685422" y="1048711"/>
                  </a:lnTo>
                  <a:lnTo>
                    <a:pt x="3638155" y="1055117"/>
                  </a:lnTo>
                  <a:lnTo>
                    <a:pt x="3589669" y="1057293"/>
                  </a:lnTo>
                  <a:close/>
                </a:path>
              </a:pathLst>
            </a:custGeom>
            <a:solidFill>
              <a:srgbClr val="8613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" name="Google Shape;69;p3"/>
          <p:cNvSpPr txBox="1"/>
          <p:nvPr/>
        </p:nvSpPr>
        <p:spPr>
          <a:xfrm>
            <a:off x="162328" y="-4592"/>
            <a:ext cx="3822613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Black"/>
              <a:buNone/>
            </a:pPr>
            <a:r>
              <a:rPr lang="es-MX" sz="4000" b="1" i="0" u="none" strike="noStrike" cap="none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SPELLING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Black"/>
              <a:buNone/>
            </a:pPr>
            <a:r>
              <a:rPr lang="es-MX" sz="4000" b="1" dirty="0">
                <a:solidFill>
                  <a:srgbClr val="00B050"/>
                </a:solidFill>
                <a:latin typeface="Arial Black"/>
                <a:sym typeface="Arial Black"/>
              </a:rPr>
              <a:t>Deletrear</a:t>
            </a:r>
            <a:r>
              <a:rPr lang="es-MX" sz="4000" b="1" dirty="0">
                <a:solidFill>
                  <a:schemeClr val="lt1"/>
                </a:solidFill>
                <a:latin typeface="Arial Black"/>
                <a:sym typeface="Arial Black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930821" y="45559"/>
            <a:ext cx="837460" cy="482379"/>
          </a:xfrm>
          <a:prstGeom prst="rect">
            <a:avLst/>
          </a:prstGeom>
          <a:solidFill>
            <a:srgbClr val="92D050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948731" y="45548"/>
            <a:ext cx="837460" cy="482400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941717" y="45548"/>
            <a:ext cx="837460" cy="482400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0886672" y="736323"/>
            <a:ext cx="1143000" cy="7067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25400" cap="flat" cmpd="sng">
            <a:solidFill>
              <a:srgbClr val="833C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7020737-B745-D919-6CF3-F3A07207E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57" y="924513"/>
            <a:ext cx="6514448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Cama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Pillow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Almohada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Armchair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Sillón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Mirror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Espejo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Carpet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Alfombra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Mesa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Picture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Cuadro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imagen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Curtain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Cortina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Lampshade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Pantalla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lámpara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Blanket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Cobija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manta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Bookcase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Librero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biblioteca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Cupboard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Armario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alacena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Speakers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Bocinas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altavoces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Drawers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Cajones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Refrigerator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Refrigerador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nevera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" descr="Spelling - Welcome!"/>
          <p:cNvPicPr preferRelativeResize="0"/>
          <p:nvPr/>
        </p:nvPicPr>
        <p:blipFill rotWithShape="1">
          <a:blip r:embed="rId3">
            <a:alphaModFix/>
          </a:blip>
          <a:srcRect l="29877" r="30298"/>
          <a:stretch/>
        </p:blipFill>
        <p:spPr>
          <a:xfrm>
            <a:off x="8786191" y="2089810"/>
            <a:ext cx="318643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 txBox="1"/>
          <p:nvPr/>
        </p:nvSpPr>
        <p:spPr>
          <a:xfrm>
            <a:off x="141287" y="288924"/>
            <a:ext cx="492283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es-MX" sz="3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SPELLING AMES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479946" y="1276828"/>
            <a:ext cx="8796973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s-MX" sz="40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r>
              <a:rPr lang="es-MX" sz="4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s-MX" sz="40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</a:t>
            </a:r>
            <a:r>
              <a:rPr lang="es-MX" sz="4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40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spell</a:t>
            </a:r>
            <a:r>
              <a:rPr lang="es-MX" sz="4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40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your</a:t>
            </a:r>
            <a:r>
              <a:rPr lang="es-MX" sz="4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40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r>
              <a:rPr lang="es-MX" sz="4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n-US" sz="40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Cómo </a:t>
            </a:r>
            <a:r>
              <a:rPr lang="en-US" sz="4000" b="1" dirty="0" err="1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deletreas</a:t>
            </a:r>
            <a:r>
              <a:rPr lang="en-US" sz="4000" b="1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tu</a:t>
            </a:r>
            <a:r>
              <a:rPr lang="en-US" sz="4000" b="1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nombre</a:t>
            </a:r>
            <a:r>
              <a:rPr lang="en-US" sz="4000" b="1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?</a:t>
            </a:r>
            <a:endParaRPr sz="4000" b="1" dirty="0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479946" y="4657883"/>
            <a:ext cx="7286608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s-MX" sz="40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r>
              <a:rPr lang="es-MX" sz="4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s-MX" sz="40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</a:t>
            </a:r>
            <a:r>
              <a:rPr lang="es-MX" sz="4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40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spell</a:t>
            </a:r>
            <a:r>
              <a:rPr lang="es-MX" sz="4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40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your</a:t>
            </a:r>
            <a:r>
              <a:rPr lang="es-MX" sz="4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40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last</a:t>
            </a:r>
            <a:r>
              <a:rPr lang="es-MX" sz="4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40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r>
              <a:rPr lang="es-MX" sz="4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Cómo </a:t>
            </a:r>
            <a:r>
              <a:rPr lang="en-US" sz="4000" b="1" dirty="0" err="1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deletreas</a:t>
            </a:r>
            <a:r>
              <a:rPr lang="en-US" sz="4000" b="1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tu</a:t>
            </a:r>
            <a:r>
              <a:rPr lang="en-US" sz="4000" b="1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apellido</a:t>
            </a:r>
            <a:r>
              <a:rPr lang="en-US" sz="4000" b="1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?</a:t>
            </a:r>
            <a:endParaRPr sz="4000" b="1" dirty="0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485457" y="2982912"/>
            <a:ext cx="845626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s-MX" sz="40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r>
              <a:rPr lang="es-MX" sz="4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s-MX" sz="40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</a:t>
            </a:r>
            <a:r>
              <a:rPr lang="es-MX" sz="4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40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spell</a:t>
            </a:r>
            <a:r>
              <a:rPr lang="es-MX" sz="4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40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your</a:t>
            </a:r>
            <a:r>
              <a:rPr lang="es-MX" sz="4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40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middle</a:t>
            </a:r>
            <a:r>
              <a:rPr lang="es-MX" sz="4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40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r>
              <a:rPr lang="es-MX" sz="4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r>
              <a:rPr lang="es-ES" sz="4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40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Cómo se escribe su segundo nombre?</a:t>
            </a:r>
            <a:endParaRPr sz="1400" b="0" i="0" u="none" strike="noStrike" cap="none" dirty="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" name="Google Shape;87;p4"/>
          <p:cNvGrpSpPr/>
          <p:nvPr/>
        </p:nvGrpSpPr>
        <p:grpSpPr>
          <a:xfrm>
            <a:off x="0" y="0"/>
            <a:ext cx="12192274" cy="1172821"/>
            <a:chOff x="0" y="0"/>
            <a:chExt cx="9830021" cy="1172821"/>
          </a:xfrm>
        </p:grpSpPr>
        <p:sp>
          <p:nvSpPr>
            <p:cNvPr id="88" name="Google Shape;88;p4"/>
            <p:cNvSpPr/>
            <p:nvPr/>
          </p:nvSpPr>
          <p:spPr>
            <a:xfrm>
              <a:off x="1098136" y="572861"/>
              <a:ext cx="8731885" cy="38100"/>
            </a:xfrm>
            <a:custGeom>
              <a:avLst/>
              <a:gdLst/>
              <a:ahLst/>
              <a:cxnLst/>
              <a:rect l="l" t="t" r="r" b="b"/>
              <a:pathLst>
                <a:path w="8731885" h="38100" extrusionOk="0">
                  <a:moveTo>
                    <a:pt x="0" y="0"/>
                  </a:moveTo>
                  <a:lnTo>
                    <a:pt x="8731663" y="0"/>
                  </a:lnTo>
                  <a:lnTo>
                    <a:pt x="8731663" y="38099"/>
                  </a:lnTo>
                  <a:lnTo>
                    <a:pt x="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0" y="107291"/>
              <a:ext cx="4107179" cy="1065530"/>
            </a:xfrm>
            <a:custGeom>
              <a:avLst/>
              <a:gdLst/>
              <a:ahLst/>
              <a:cxnLst/>
              <a:rect l="l" t="t" r="r" b="b"/>
              <a:pathLst>
                <a:path w="4107179" h="1065530" extrusionOk="0">
                  <a:moveTo>
                    <a:pt x="3574283" y="1065401"/>
                  </a:moveTo>
                  <a:lnTo>
                    <a:pt x="0" y="1065401"/>
                  </a:lnTo>
                  <a:lnTo>
                    <a:pt x="0" y="0"/>
                  </a:lnTo>
                  <a:lnTo>
                    <a:pt x="3574282" y="0"/>
                  </a:lnTo>
                  <a:lnTo>
                    <a:pt x="3622768" y="2176"/>
                  </a:lnTo>
                  <a:lnTo>
                    <a:pt x="3670035" y="8582"/>
                  </a:lnTo>
                  <a:lnTo>
                    <a:pt x="3715895" y="19028"/>
                  </a:lnTo>
                  <a:lnTo>
                    <a:pt x="3760158" y="33327"/>
                  </a:lnTo>
                  <a:lnTo>
                    <a:pt x="3802638" y="51290"/>
                  </a:lnTo>
                  <a:lnTo>
                    <a:pt x="3843146" y="72729"/>
                  </a:lnTo>
                  <a:lnTo>
                    <a:pt x="3881494" y="97456"/>
                  </a:lnTo>
                  <a:lnTo>
                    <a:pt x="3917494" y="125284"/>
                  </a:lnTo>
                  <a:lnTo>
                    <a:pt x="3950958" y="156024"/>
                  </a:lnTo>
                  <a:lnTo>
                    <a:pt x="3981698" y="189488"/>
                  </a:lnTo>
                  <a:lnTo>
                    <a:pt x="4009526" y="225488"/>
                  </a:lnTo>
                  <a:lnTo>
                    <a:pt x="4034254" y="263836"/>
                  </a:lnTo>
                  <a:lnTo>
                    <a:pt x="4055693" y="304344"/>
                  </a:lnTo>
                  <a:lnTo>
                    <a:pt x="4073656" y="346824"/>
                  </a:lnTo>
                  <a:lnTo>
                    <a:pt x="4087954" y="391087"/>
                  </a:lnTo>
                  <a:lnTo>
                    <a:pt x="4098400" y="436947"/>
                  </a:lnTo>
                  <a:lnTo>
                    <a:pt x="4104806" y="484214"/>
                  </a:lnTo>
                  <a:lnTo>
                    <a:pt x="4106983" y="532700"/>
                  </a:lnTo>
                  <a:lnTo>
                    <a:pt x="4104806" y="581187"/>
                  </a:lnTo>
                  <a:lnTo>
                    <a:pt x="4098400" y="628454"/>
                  </a:lnTo>
                  <a:lnTo>
                    <a:pt x="4087954" y="674313"/>
                  </a:lnTo>
                  <a:lnTo>
                    <a:pt x="4073656" y="718577"/>
                  </a:lnTo>
                  <a:lnTo>
                    <a:pt x="4055693" y="761057"/>
                  </a:lnTo>
                  <a:lnTo>
                    <a:pt x="4034254" y="801565"/>
                  </a:lnTo>
                  <a:lnTo>
                    <a:pt x="4009526" y="839913"/>
                  </a:lnTo>
                  <a:lnTo>
                    <a:pt x="3981698" y="875913"/>
                  </a:lnTo>
                  <a:lnTo>
                    <a:pt x="3950958" y="909377"/>
                  </a:lnTo>
                  <a:lnTo>
                    <a:pt x="3917494" y="940117"/>
                  </a:lnTo>
                  <a:lnTo>
                    <a:pt x="3881494" y="967945"/>
                  </a:lnTo>
                  <a:lnTo>
                    <a:pt x="3843146" y="992672"/>
                  </a:lnTo>
                  <a:lnTo>
                    <a:pt x="3802638" y="1014111"/>
                  </a:lnTo>
                  <a:lnTo>
                    <a:pt x="3760158" y="1032074"/>
                  </a:lnTo>
                  <a:lnTo>
                    <a:pt x="3715895" y="1046373"/>
                  </a:lnTo>
                  <a:lnTo>
                    <a:pt x="3670035" y="1056819"/>
                  </a:lnTo>
                  <a:lnTo>
                    <a:pt x="3622768" y="1063224"/>
                  </a:lnTo>
                  <a:lnTo>
                    <a:pt x="3574283" y="1065401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0" y="0"/>
              <a:ext cx="4122420" cy="1057910"/>
            </a:xfrm>
            <a:custGeom>
              <a:avLst/>
              <a:gdLst/>
              <a:ahLst/>
              <a:cxnLst/>
              <a:rect l="l" t="t" r="r" b="b"/>
              <a:pathLst>
                <a:path w="4122420" h="1057910" extrusionOk="0">
                  <a:moveTo>
                    <a:pt x="3589669" y="1057293"/>
                  </a:moveTo>
                  <a:lnTo>
                    <a:pt x="0" y="1057293"/>
                  </a:lnTo>
                  <a:lnTo>
                    <a:pt x="0" y="0"/>
                  </a:lnTo>
                  <a:lnTo>
                    <a:pt x="3681919" y="0"/>
                  </a:lnTo>
                  <a:lnTo>
                    <a:pt x="3685422" y="474"/>
                  </a:lnTo>
                  <a:lnTo>
                    <a:pt x="3731281" y="10920"/>
                  </a:lnTo>
                  <a:lnTo>
                    <a:pt x="3775545" y="25219"/>
                  </a:lnTo>
                  <a:lnTo>
                    <a:pt x="3818025" y="43182"/>
                  </a:lnTo>
                  <a:lnTo>
                    <a:pt x="3858533" y="64621"/>
                  </a:lnTo>
                  <a:lnTo>
                    <a:pt x="3896881" y="89348"/>
                  </a:lnTo>
                  <a:lnTo>
                    <a:pt x="3932881" y="117176"/>
                  </a:lnTo>
                  <a:lnTo>
                    <a:pt x="3966345" y="147916"/>
                  </a:lnTo>
                  <a:lnTo>
                    <a:pt x="3997085" y="181380"/>
                  </a:lnTo>
                  <a:lnTo>
                    <a:pt x="4024913" y="217380"/>
                  </a:lnTo>
                  <a:lnTo>
                    <a:pt x="4049640" y="255728"/>
                  </a:lnTo>
                  <a:lnTo>
                    <a:pt x="4071079" y="296236"/>
                  </a:lnTo>
                  <a:lnTo>
                    <a:pt x="4089042" y="338716"/>
                  </a:lnTo>
                  <a:lnTo>
                    <a:pt x="4103341" y="382980"/>
                  </a:lnTo>
                  <a:lnTo>
                    <a:pt x="4113787" y="428839"/>
                  </a:lnTo>
                  <a:lnTo>
                    <a:pt x="4120193" y="476106"/>
                  </a:lnTo>
                  <a:lnTo>
                    <a:pt x="4122370" y="524593"/>
                  </a:lnTo>
                  <a:lnTo>
                    <a:pt x="4120193" y="573079"/>
                  </a:lnTo>
                  <a:lnTo>
                    <a:pt x="4113787" y="620346"/>
                  </a:lnTo>
                  <a:lnTo>
                    <a:pt x="4103341" y="666206"/>
                  </a:lnTo>
                  <a:lnTo>
                    <a:pt x="4089042" y="710469"/>
                  </a:lnTo>
                  <a:lnTo>
                    <a:pt x="4071079" y="752949"/>
                  </a:lnTo>
                  <a:lnTo>
                    <a:pt x="4049640" y="793457"/>
                  </a:lnTo>
                  <a:lnTo>
                    <a:pt x="4024913" y="831805"/>
                  </a:lnTo>
                  <a:lnTo>
                    <a:pt x="3997085" y="867805"/>
                  </a:lnTo>
                  <a:lnTo>
                    <a:pt x="3966345" y="901269"/>
                  </a:lnTo>
                  <a:lnTo>
                    <a:pt x="3932881" y="932009"/>
                  </a:lnTo>
                  <a:lnTo>
                    <a:pt x="3896881" y="959837"/>
                  </a:lnTo>
                  <a:lnTo>
                    <a:pt x="3858533" y="984564"/>
                  </a:lnTo>
                  <a:lnTo>
                    <a:pt x="3818025" y="1006003"/>
                  </a:lnTo>
                  <a:lnTo>
                    <a:pt x="3775545" y="1023966"/>
                  </a:lnTo>
                  <a:lnTo>
                    <a:pt x="3731281" y="1038265"/>
                  </a:lnTo>
                  <a:lnTo>
                    <a:pt x="3685422" y="1048711"/>
                  </a:lnTo>
                  <a:lnTo>
                    <a:pt x="3638155" y="1055117"/>
                  </a:lnTo>
                  <a:lnTo>
                    <a:pt x="3589669" y="1057293"/>
                  </a:lnTo>
                  <a:close/>
                </a:path>
              </a:pathLst>
            </a:custGeom>
            <a:solidFill>
              <a:srgbClr val="8613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4"/>
          <p:cNvSpPr txBox="1"/>
          <p:nvPr/>
        </p:nvSpPr>
        <p:spPr>
          <a:xfrm>
            <a:off x="1" y="282099"/>
            <a:ext cx="4922838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 Black"/>
              <a:buNone/>
            </a:pPr>
            <a:r>
              <a:rPr lang="es-MX" sz="3600" b="1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SPELLING NAMES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930821" y="45559"/>
            <a:ext cx="837460" cy="482379"/>
          </a:xfrm>
          <a:prstGeom prst="rect">
            <a:avLst/>
          </a:prstGeom>
          <a:solidFill>
            <a:srgbClr val="92D050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7948731" y="45548"/>
            <a:ext cx="837460" cy="482400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8941717" y="45548"/>
            <a:ext cx="837460" cy="482400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0829621" y="692723"/>
            <a:ext cx="1143000" cy="7067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25400" cap="flat" cmpd="sng">
            <a:solidFill>
              <a:srgbClr val="833C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452437" y="300037"/>
            <a:ext cx="3571876" cy="662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lang="es-MX" sz="3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ALPHABET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5"/>
          <p:cNvPicPr preferRelativeResize="0"/>
          <p:nvPr/>
        </p:nvPicPr>
        <p:blipFill rotWithShape="1">
          <a:blip r:embed="rId3">
            <a:alphaModFix/>
          </a:blip>
          <a:srcRect l="345" t="11306" r="13336" b="37599"/>
          <a:stretch>
            <a:fillRect/>
          </a:stretch>
        </p:blipFill>
        <p:spPr>
          <a:xfrm>
            <a:off x="242040" y="2097655"/>
            <a:ext cx="9537137" cy="28705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p5"/>
          <p:cNvGrpSpPr/>
          <p:nvPr/>
        </p:nvGrpSpPr>
        <p:grpSpPr>
          <a:xfrm>
            <a:off x="0" y="0"/>
            <a:ext cx="12192274" cy="1172821"/>
            <a:chOff x="0" y="0"/>
            <a:chExt cx="9830021" cy="1172821"/>
          </a:xfrm>
        </p:grpSpPr>
        <p:sp>
          <p:nvSpPr>
            <p:cNvPr id="107" name="Google Shape;107;p5"/>
            <p:cNvSpPr/>
            <p:nvPr/>
          </p:nvSpPr>
          <p:spPr>
            <a:xfrm>
              <a:off x="1098136" y="572861"/>
              <a:ext cx="8731885" cy="38100"/>
            </a:xfrm>
            <a:custGeom>
              <a:avLst/>
              <a:gdLst/>
              <a:ahLst/>
              <a:cxnLst/>
              <a:rect l="l" t="t" r="r" b="b"/>
              <a:pathLst>
                <a:path w="8731885" h="38100" extrusionOk="0">
                  <a:moveTo>
                    <a:pt x="0" y="0"/>
                  </a:moveTo>
                  <a:lnTo>
                    <a:pt x="8731663" y="0"/>
                  </a:lnTo>
                  <a:lnTo>
                    <a:pt x="8731663" y="38099"/>
                  </a:lnTo>
                  <a:lnTo>
                    <a:pt x="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0" y="107291"/>
              <a:ext cx="4107179" cy="1065530"/>
            </a:xfrm>
            <a:custGeom>
              <a:avLst/>
              <a:gdLst/>
              <a:ahLst/>
              <a:cxnLst/>
              <a:rect l="l" t="t" r="r" b="b"/>
              <a:pathLst>
                <a:path w="4107179" h="1065530" extrusionOk="0">
                  <a:moveTo>
                    <a:pt x="3574283" y="1065401"/>
                  </a:moveTo>
                  <a:lnTo>
                    <a:pt x="0" y="1065401"/>
                  </a:lnTo>
                  <a:lnTo>
                    <a:pt x="0" y="0"/>
                  </a:lnTo>
                  <a:lnTo>
                    <a:pt x="3574282" y="0"/>
                  </a:lnTo>
                  <a:lnTo>
                    <a:pt x="3622768" y="2176"/>
                  </a:lnTo>
                  <a:lnTo>
                    <a:pt x="3670035" y="8582"/>
                  </a:lnTo>
                  <a:lnTo>
                    <a:pt x="3715895" y="19028"/>
                  </a:lnTo>
                  <a:lnTo>
                    <a:pt x="3760158" y="33327"/>
                  </a:lnTo>
                  <a:lnTo>
                    <a:pt x="3802638" y="51290"/>
                  </a:lnTo>
                  <a:lnTo>
                    <a:pt x="3843146" y="72729"/>
                  </a:lnTo>
                  <a:lnTo>
                    <a:pt x="3881494" y="97456"/>
                  </a:lnTo>
                  <a:lnTo>
                    <a:pt x="3917494" y="125284"/>
                  </a:lnTo>
                  <a:lnTo>
                    <a:pt x="3950958" y="156024"/>
                  </a:lnTo>
                  <a:lnTo>
                    <a:pt x="3981698" y="189488"/>
                  </a:lnTo>
                  <a:lnTo>
                    <a:pt x="4009526" y="225488"/>
                  </a:lnTo>
                  <a:lnTo>
                    <a:pt x="4034254" y="263836"/>
                  </a:lnTo>
                  <a:lnTo>
                    <a:pt x="4055693" y="304344"/>
                  </a:lnTo>
                  <a:lnTo>
                    <a:pt x="4073656" y="346824"/>
                  </a:lnTo>
                  <a:lnTo>
                    <a:pt x="4087954" y="391087"/>
                  </a:lnTo>
                  <a:lnTo>
                    <a:pt x="4098400" y="436947"/>
                  </a:lnTo>
                  <a:lnTo>
                    <a:pt x="4104806" y="484214"/>
                  </a:lnTo>
                  <a:lnTo>
                    <a:pt x="4106983" y="532700"/>
                  </a:lnTo>
                  <a:lnTo>
                    <a:pt x="4104806" y="581187"/>
                  </a:lnTo>
                  <a:lnTo>
                    <a:pt x="4098400" y="628454"/>
                  </a:lnTo>
                  <a:lnTo>
                    <a:pt x="4087954" y="674313"/>
                  </a:lnTo>
                  <a:lnTo>
                    <a:pt x="4073656" y="718577"/>
                  </a:lnTo>
                  <a:lnTo>
                    <a:pt x="4055693" y="761057"/>
                  </a:lnTo>
                  <a:lnTo>
                    <a:pt x="4034254" y="801565"/>
                  </a:lnTo>
                  <a:lnTo>
                    <a:pt x="4009526" y="839913"/>
                  </a:lnTo>
                  <a:lnTo>
                    <a:pt x="3981698" y="875913"/>
                  </a:lnTo>
                  <a:lnTo>
                    <a:pt x="3950958" y="909377"/>
                  </a:lnTo>
                  <a:lnTo>
                    <a:pt x="3917494" y="940117"/>
                  </a:lnTo>
                  <a:lnTo>
                    <a:pt x="3881494" y="967945"/>
                  </a:lnTo>
                  <a:lnTo>
                    <a:pt x="3843146" y="992672"/>
                  </a:lnTo>
                  <a:lnTo>
                    <a:pt x="3802638" y="1014111"/>
                  </a:lnTo>
                  <a:lnTo>
                    <a:pt x="3760158" y="1032074"/>
                  </a:lnTo>
                  <a:lnTo>
                    <a:pt x="3715895" y="1046373"/>
                  </a:lnTo>
                  <a:lnTo>
                    <a:pt x="3670035" y="1056819"/>
                  </a:lnTo>
                  <a:lnTo>
                    <a:pt x="3622768" y="1063224"/>
                  </a:lnTo>
                  <a:lnTo>
                    <a:pt x="3574283" y="1065401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0" y="0"/>
              <a:ext cx="4122420" cy="1057910"/>
            </a:xfrm>
            <a:custGeom>
              <a:avLst/>
              <a:gdLst/>
              <a:ahLst/>
              <a:cxnLst/>
              <a:rect l="l" t="t" r="r" b="b"/>
              <a:pathLst>
                <a:path w="4122420" h="1057910" extrusionOk="0">
                  <a:moveTo>
                    <a:pt x="3589669" y="1057293"/>
                  </a:moveTo>
                  <a:lnTo>
                    <a:pt x="0" y="1057293"/>
                  </a:lnTo>
                  <a:lnTo>
                    <a:pt x="0" y="0"/>
                  </a:lnTo>
                  <a:lnTo>
                    <a:pt x="3681919" y="0"/>
                  </a:lnTo>
                  <a:lnTo>
                    <a:pt x="3685422" y="474"/>
                  </a:lnTo>
                  <a:lnTo>
                    <a:pt x="3731281" y="10920"/>
                  </a:lnTo>
                  <a:lnTo>
                    <a:pt x="3775545" y="25219"/>
                  </a:lnTo>
                  <a:lnTo>
                    <a:pt x="3818025" y="43182"/>
                  </a:lnTo>
                  <a:lnTo>
                    <a:pt x="3858533" y="64621"/>
                  </a:lnTo>
                  <a:lnTo>
                    <a:pt x="3896881" y="89348"/>
                  </a:lnTo>
                  <a:lnTo>
                    <a:pt x="3932881" y="117176"/>
                  </a:lnTo>
                  <a:lnTo>
                    <a:pt x="3966345" y="147916"/>
                  </a:lnTo>
                  <a:lnTo>
                    <a:pt x="3997085" y="181380"/>
                  </a:lnTo>
                  <a:lnTo>
                    <a:pt x="4024913" y="217380"/>
                  </a:lnTo>
                  <a:lnTo>
                    <a:pt x="4049640" y="255728"/>
                  </a:lnTo>
                  <a:lnTo>
                    <a:pt x="4071079" y="296236"/>
                  </a:lnTo>
                  <a:lnTo>
                    <a:pt x="4089042" y="338716"/>
                  </a:lnTo>
                  <a:lnTo>
                    <a:pt x="4103341" y="382980"/>
                  </a:lnTo>
                  <a:lnTo>
                    <a:pt x="4113787" y="428839"/>
                  </a:lnTo>
                  <a:lnTo>
                    <a:pt x="4120193" y="476106"/>
                  </a:lnTo>
                  <a:lnTo>
                    <a:pt x="4122370" y="524593"/>
                  </a:lnTo>
                  <a:lnTo>
                    <a:pt x="4120193" y="573079"/>
                  </a:lnTo>
                  <a:lnTo>
                    <a:pt x="4113787" y="620346"/>
                  </a:lnTo>
                  <a:lnTo>
                    <a:pt x="4103341" y="666206"/>
                  </a:lnTo>
                  <a:lnTo>
                    <a:pt x="4089042" y="710469"/>
                  </a:lnTo>
                  <a:lnTo>
                    <a:pt x="4071079" y="752949"/>
                  </a:lnTo>
                  <a:lnTo>
                    <a:pt x="4049640" y="793457"/>
                  </a:lnTo>
                  <a:lnTo>
                    <a:pt x="4024913" y="831805"/>
                  </a:lnTo>
                  <a:lnTo>
                    <a:pt x="3997085" y="867805"/>
                  </a:lnTo>
                  <a:lnTo>
                    <a:pt x="3966345" y="901269"/>
                  </a:lnTo>
                  <a:lnTo>
                    <a:pt x="3932881" y="932009"/>
                  </a:lnTo>
                  <a:lnTo>
                    <a:pt x="3896881" y="959837"/>
                  </a:lnTo>
                  <a:lnTo>
                    <a:pt x="3858533" y="984564"/>
                  </a:lnTo>
                  <a:lnTo>
                    <a:pt x="3818025" y="1006003"/>
                  </a:lnTo>
                  <a:lnTo>
                    <a:pt x="3775545" y="1023966"/>
                  </a:lnTo>
                  <a:lnTo>
                    <a:pt x="3731281" y="1038265"/>
                  </a:lnTo>
                  <a:lnTo>
                    <a:pt x="3685422" y="1048711"/>
                  </a:lnTo>
                  <a:lnTo>
                    <a:pt x="3638155" y="1055117"/>
                  </a:lnTo>
                  <a:lnTo>
                    <a:pt x="3589669" y="1057293"/>
                  </a:lnTo>
                  <a:close/>
                </a:path>
              </a:pathLst>
            </a:custGeom>
            <a:solidFill>
              <a:srgbClr val="8613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5"/>
          <p:cNvSpPr txBox="1"/>
          <p:nvPr/>
        </p:nvSpPr>
        <p:spPr>
          <a:xfrm>
            <a:off x="635781" y="282099"/>
            <a:ext cx="3822613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Black"/>
              <a:buNone/>
            </a:pPr>
            <a:r>
              <a:rPr lang="es-MX" sz="4000" b="1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ALPHABET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930821" y="45559"/>
            <a:ext cx="837460" cy="482379"/>
          </a:xfrm>
          <a:prstGeom prst="rect">
            <a:avLst/>
          </a:prstGeom>
          <a:solidFill>
            <a:srgbClr val="92D050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948731" y="45548"/>
            <a:ext cx="837460" cy="482400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8941717" y="45548"/>
            <a:ext cx="837460" cy="482400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10829621" y="692723"/>
            <a:ext cx="1143000" cy="7067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25400" cap="flat" cmpd="sng">
            <a:solidFill>
              <a:srgbClr val="833C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Office PowerPoint</Application>
  <PresentationFormat>Widescreen</PresentationFormat>
  <Paragraphs>36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 Black</vt:lpstr>
      <vt:lpstr>Arial</vt:lpstr>
      <vt:lpstr>Calibri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AARON ESCOBAR</dc:creator>
  <cp:lastModifiedBy>Aaron Ernesto Escobar Duran</cp:lastModifiedBy>
  <cp:revision>1</cp:revision>
  <dcterms:modified xsi:type="dcterms:W3CDTF">2026-02-23T18:58:36Z</dcterms:modified>
</cp:coreProperties>
</file>